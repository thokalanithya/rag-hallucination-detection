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D8_B5F81564.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DA_354E037A.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84" r:id="rId5"/>
    <p:sldId id="463" r:id="rId6"/>
    <p:sldId id="446" r:id="rId7"/>
    <p:sldId id="461" r:id="rId8"/>
    <p:sldId id="472" r:id="rId9"/>
    <p:sldId id="473" r:id="rId10"/>
    <p:sldId id="47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orient="horz" pos="216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DBE847-1D58-C815-1C6C-4FED22ADB959}" name="Venugopal, Vishnu Mattakkattu" initials="VV" userId="S::vmv5177@psu.edu::6218ba87-52df-4afa-b976-ea0aa98d1b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6BEE6"/>
    <a:srgbClr val="FFFFFF"/>
    <a:srgbClr val="009CDE"/>
    <a:srgbClr val="FFD200"/>
    <a:srgbClr val="1E407C"/>
    <a:srgbClr val="25324A"/>
    <a:srgbClr val="F0F0F0"/>
    <a:srgbClr val="000000"/>
    <a:srgbClr val="A3AAAE"/>
    <a:srgbClr val="C7CC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3203D7-30EE-4B90-081F-43D4F60EF5C5}" v="98" dt="2026-03-31T15:47:06.707"/>
  </p1510:revLst>
</p1510:revInfo>
</file>

<file path=ppt/tableStyles.xml><?xml version="1.0" encoding="utf-8"?>
<a:tblStyleLst xmlns:a="http://schemas.openxmlformats.org/drawingml/2006/main" def="{D27102A9-8310-4765-A935-A1911B00CA5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omments/modernComment_1D8_B5F81564.xml><?xml version="1.0" encoding="utf-8"?>
<p188:cmLst xmlns:a="http://schemas.openxmlformats.org/drawingml/2006/main" xmlns:r="http://schemas.openxmlformats.org/officeDocument/2006/relationships" xmlns:p188="http://schemas.microsoft.com/office/powerpoint/2018/8/main">
  <p188:cm id="{2BB51B0F-8E9F-4C9B-AFCF-E21CD526D162}" authorId="{D6DBE847-1D58-C815-1C6C-4FED22ADB959}" created="2026-02-24T16:42:10.388">
    <pc:sldMkLst xmlns:pc="http://schemas.microsoft.com/office/powerpoint/2013/main/command">
      <pc:docMk/>
      <pc:sldMk cId="3052934500" sldId="472"/>
    </pc:sldMkLst>
    <p188:txBody>
      <a:bodyPr/>
      <a:lstStyle/>
      <a:p>
        <a:r>
          <a:rPr lang="en-US"/>
          <a:t>course sub and prereq override are not the same. 
course sub means you have learned enough -- department is willing to say "good enough" for a requirement
prereq override is for lionpath
prereq override example justification:
"i have a valid course sub"
example problematic case:</a:t>
        </a:r>
      </a:p>
    </p188:txBody>
  </p188:cm>
</p188:cmLst>
</file>

<file path=ppt/comments/modernComment_1DA_354E037A.xml><?xml version="1.0" encoding="utf-8"?>
<p188:cmLst xmlns:a="http://schemas.openxmlformats.org/drawingml/2006/main" xmlns:r="http://schemas.openxmlformats.org/officeDocument/2006/relationships" xmlns:p188="http://schemas.microsoft.com/office/powerpoint/2018/8/main">
  <p188:cm id="{B5F6605F-DF49-49BC-9659-D578DB360232}" authorId="{D6DBE847-1D58-C815-1C6C-4FED22ADB959}" created="2026-02-24T17:04:31.428">
    <pc:sldMkLst xmlns:pc="http://schemas.microsoft.com/office/powerpoint/2013/main/command">
      <pc:docMk/>
      <pc:sldMk cId="894305146" sldId="474"/>
    </pc:sldMkLst>
    <p188:txBody>
      <a:bodyPr/>
      <a:lstStyle/>
      <a:p>
        <a:r>
          <a:rPr lang="en-US"/>
          <a:t>just see your advisor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42AEA1-A4D9-0CCB-F45A-B1E1439F1AFA}"/>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54A58F-8F56-AC2F-BF1F-CC6DC677BCD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400C506B-9C0A-7C42-AABC-F7A7C632EC5D}" type="datetimeFigureOut">
              <a:rPr lang="en-US" smtClean="0"/>
              <a:t>3/31/2026</a:t>
            </a:fld>
            <a:endParaRPr lang="en-US"/>
          </a:p>
        </p:txBody>
      </p:sp>
      <p:sp>
        <p:nvSpPr>
          <p:cNvPr id="4" name="Footer Placeholder 3">
            <a:extLst>
              <a:ext uri="{FF2B5EF4-FFF2-40B4-BE49-F238E27FC236}">
                <a16:creationId xmlns:a16="http://schemas.microsoft.com/office/drawing/2014/main" id="{2CEAB37E-160B-D909-0FF9-07D0690CDC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68ED66-3D76-AA61-3811-390722B429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179E4A-7233-C749-8BF5-78FC642D4CFA}" type="slidenum">
              <a:rPr lang="en-US" smtClean="0"/>
              <a:t>‹#›</a:t>
            </a:fld>
            <a:endParaRPr lang="en-US"/>
          </a:p>
        </p:txBody>
      </p:sp>
    </p:spTree>
    <p:extLst>
      <p:ext uri="{BB962C8B-B14F-4D97-AF65-F5344CB8AC3E}">
        <p14:creationId xmlns:p14="http://schemas.microsoft.com/office/powerpoint/2010/main" val="7577744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E4F9AC51-1594-3C45-9820-82036BC34A39}" type="datetimeFigureOut">
              <a:rPr lang="en-US" smtClean="0"/>
              <a:t>3/31/2026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B9D638-7D78-EA4A-A05B-01174BE0F3D6}" type="slidenum">
              <a:rPr lang="en-US" smtClean="0"/>
              <a:t>‹#›</a:t>
            </a:fld>
            <a:endParaRPr lang="en-US"/>
          </a:p>
        </p:txBody>
      </p:sp>
    </p:spTree>
    <p:extLst>
      <p:ext uri="{BB962C8B-B14F-4D97-AF65-F5344CB8AC3E}">
        <p14:creationId xmlns:p14="http://schemas.microsoft.com/office/powerpoint/2010/main" val="329351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a:p>
        </p:txBody>
      </p:sp>
      <p:sp>
        <p:nvSpPr>
          <p:cNvPr id="4" name="Slide Number Placeholder 3"/>
          <p:cNvSpPr>
            <a:spLocks noGrp="1"/>
          </p:cNvSpPr>
          <p:nvPr>
            <p:ph type="sldNum" sz="quarter" idx="5"/>
          </p:nvPr>
        </p:nvSpPr>
        <p:spPr/>
        <p:txBody>
          <a:bodyPr/>
          <a:lstStyle/>
          <a:p>
            <a:fld id="{67B9D638-7D78-EA4A-A05B-01174BE0F3D6}" type="slidenum">
              <a:rPr lang="en-US" smtClean="0"/>
              <a:t>1</a:t>
            </a:fld>
            <a:endParaRPr lang="en-US"/>
          </a:p>
        </p:txBody>
      </p:sp>
    </p:spTree>
    <p:extLst>
      <p:ext uri="{BB962C8B-B14F-4D97-AF65-F5344CB8AC3E}">
        <p14:creationId xmlns:p14="http://schemas.microsoft.com/office/powerpoint/2010/main" val="1981469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15885-7F30-0860-3B73-6AA97B968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8C392-1A14-DC35-F50C-70AA57C5B8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B32C2-6BBB-5F8B-C649-4DCB72BA3E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956EFC-D0F0-57FA-DAC0-368566DBA03B}"/>
              </a:ext>
            </a:extLst>
          </p:cNvPr>
          <p:cNvSpPr>
            <a:spLocks noGrp="1"/>
          </p:cNvSpPr>
          <p:nvPr>
            <p:ph type="sldNum" sz="quarter" idx="5"/>
          </p:nvPr>
        </p:nvSpPr>
        <p:spPr/>
        <p:txBody>
          <a:bodyPr/>
          <a:lstStyle/>
          <a:p>
            <a:fld id="{67B9D638-7D78-EA4A-A05B-01174BE0F3D6}" type="slidenum">
              <a:rPr lang="en-US" smtClean="0"/>
              <a:t>2</a:t>
            </a:fld>
            <a:endParaRPr lang="en-US"/>
          </a:p>
        </p:txBody>
      </p:sp>
    </p:spTree>
    <p:extLst>
      <p:ext uri="{BB962C8B-B14F-4D97-AF65-F5344CB8AC3E}">
        <p14:creationId xmlns:p14="http://schemas.microsoft.com/office/powerpoint/2010/main" val="1804811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7B9D638-7D78-EA4A-A05B-01174BE0F3D6}" type="slidenum">
              <a:rPr lang="en-US" smtClean="0"/>
              <a:t>3</a:t>
            </a:fld>
            <a:endParaRPr lang="en-US"/>
          </a:p>
        </p:txBody>
      </p:sp>
    </p:spTree>
    <p:extLst>
      <p:ext uri="{BB962C8B-B14F-4D97-AF65-F5344CB8AC3E}">
        <p14:creationId xmlns:p14="http://schemas.microsoft.com/office/powerpoint/2010/main" val="1814907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8433F-4DF2-FC03-C9FE-3EA62E71C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13661-C6E9-6485-1946-24F654029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AE743-A257-1355-527D-492D147E68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05C2EA-BF1C-2027-9F9D-2049BF8CD1BA}"/>
              </a:ext>
            </a:extLst>
          </p:cNvPr>
          <p:cNvSpPr>
            <a:spLocks noGrp="1"/>
          </p:cNvSpPr>
          <p:nvPr>
            <p:ph type="sldNum" sz="quarter" idx="5"/>
          </p:nvPr>
        </p:nvSpPr>
        <p:spPr/>
        <p:txBody>
          <a:bodyPr/>
          <a:lstStyle/>
          <a:p>
            <a:fld id="{67B9D638-7D78-EA4A-A05B-01174BE0F3D6}" type="slidenum">
              <a:rPr lang="en-US" smtClean="0"/>
              <a:t>4</a:t>
            </a:fld>
            <a:endParaRPr lang="en-US"/>
          </a:p>
        </p:txBody>
      </p:sp>
    </p:spTree>
    <p:extLst>
      <p:ext uri="{BB962C8B-B14F-4D97-AF65-F5344CB8AC3E}">
        <p14:creationId xmlns:p14="http://schemas.microsoft.com/office/powerpoint/2010/main" val="18687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D534-2E7A-C623-C2A2-CF94723C5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4FAF8-6B96-50DD-232A-DB0C26F0B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A5C9A-FBEF-1BAA-EEA7-DD6D2673D4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ED81C2-9B2F-AA8E-FB72-B7292DBF7C87}"/>
              </a:ext>
            </a:extLst>
          </p:cNvPr>
          <p:cNvSpPr>
            <a:spLocks noGrp="1"/>
          </p:cNvSpPr>
          <p:nvPr>
            <p:ph type="sldNum" sz="quarter" idx="5"/>
          </p:nvPr>
        </p:nvSpPr>
        <p:spPr/>
        <p:txBody>
          <a:bodyPr/>
          <a:lstStyle/>
          <a:p>
            <a:fld id="{67B9D638-7D78-EA4A-A05B-01174BE0F3D6}" type="slidenum">
              <a:rPr lang="en-US" smtClean="0"/>
              <a:t>5</a:t>
            </a:fld>
            <a:endParaRPr lang="en-US"/>
          </a:p>
        </p:txBody>
      </p:sp>
    </p:spTree>
    <p:extLst>
      <p:ext uri="{BB962C8B-B14F-4D97-AF65-F5344CB8AC3E}">
        <p14:creationId xmlns:p14="http://schemas.microsoft.com/office/powerpoint/2010/main" val="2489703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68592-EADA-6313-5774-C61E883C0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DA738-BE2E-C7A4-BC83-D4B301D98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82A282-4FF9-560A-82BF-3065F76CB1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CF8138-B1BF-9BAF-64B2-8EFA8266C561}"/>
              </a:ext>
            </a:extLst>
          </p:cNvPr>
          <p:cNvSpPr>
            <a:spLocks noGrp="1"/>
          </p:cNvSpPr>
          <p:nvPr>
            <p:ph type="sldNum" sz="quarter" idx="5"/>
          </p:nvPr>
        </p:nvSpPr>
        <p:spPr/>
        <p:txBody>
          <a:bodyPr/>
          <a:lstStyle/>
          <a:p>
            <a:fld id="{67B9D638-7D78-EA4A-A05B-01174BE0F3D6}" type="slidenum">
              <a:rPr lang="en-US" smtClean="0"/>
              <a:t>6</a:t>
            </a:fld>
            <a:endParaRPr lang="en-US"/>
          </a:p>
        </p:txBody>
      </p:sp>
    </p:spTree>
    <p:extLst>
      <p:ext uri="{BB962C8B-B14F-4D97-AF65-F5344CB8AC3E}">
        <p14:creationId xmlns:p14="http://schemas.microsoft.com/office/powerpoint/2010/main" val="4125330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B3D6E-43C7-1AC6-F466-9DC456CB8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F3BC8-7AFF-F26A-ABA4-DA4B896F3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A9048-10E5-F86C-E2EF-18D4998CAA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F00877-2609-CDF6-B37D-34143567240F}"/>
              </a:ext>
            </a:extLst>
          </p:cNvPr>
          <p:cNvSpPr>
            <a:spLocks noGrp="1"/>
          </p:cNvSpPr>
          <p:nvPr>
            <p:ph type="sldNum" sz="quarter" idx="5"/>
          </p:nvPr>
        </p:nvSpPr>
        <p:spPr/>
        <p:txBody>
          <a:bodyPr/>
          <a:lstStyle/>
          <a:p>
            <a:fld id="{67B9D638-7D78-EA4A-A05B-01174BE0F3D6}" type="slidenum">
              <a:rPr lang="en-US" smtClean="0"/>
              <a:t>7</a:t>
            </a:fld>
            <a:endParaRPr lang="en-US"/>
          </a:p>
        </p:txBody>
      </p:sp>
    </p:spTree>
    <p:extLst>
      <p:ext uri="{BB962C8B-B14F-4D97-AF65-F5344CB8AC3E}">
        <p14:creationId xmlns:p14="http://schemas.microsoft.com/office/powerpoint/2010/main" val="23215285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12" name="CommCnrShld Graphic">
            <a:extLst>
              <a:ext uri="{FF2B5EF4-FFF2-40B4-BE49-F238E27FC236}">
                <a16:creationId xmlns:a16="http://schemas.microsoft.com/office/drawing/2014/main" id="{F373BAED-49B4-A922-D2DD-83B86D8248C9}"/>
              </a:ext>
              <a:ext uri="{C183D7F6-B498-43B3-948B-1728B52AA6E4}">
                <adec:decorative xmlns:adec="http://schemas.microsoft.com/office/drawing/2017/decorative" val="1"/>
              </a:ext>
            </a:extLst>
          </p:cNvPr>
          <p:cNvGrpSpPr>
            <a:grpSpLocks noGrp="1" noUngrp="1" noRot="1" noMove="1" noResize="1"/>
          </p:cNvGrpSpPr>
          <p:nvPr userDrawn="1"/>
        </p:nvGrpSpPr>
        <p:grpSpPr>
          <a:xfrm>
            <a:off x="8153400" y="2011680"/>
            <a:ext cx="4038601" cy="4846321"/>
            <a:chOff x="9550401" y="3688081"/>
            <a:chExt cx="2641599" cy="3169919"/>
          </a:xfrm>
        </p:grpSpPr>
        <p:sp>
          <p:nvSpPr>
            <p:cNvPr id="13" name="Corner Shield Shape Right">
              <a:extLst>
                <a:ext uri="{FF2B5EF4-FFF2-40B4-BE49-F238E27FC236}">
                  <a16:creationId xmlns:a16="http://schemas.microsoft.com/office/drawing/2014/main" id="{86A60D22-4897-D628-2F4B-29E49B076D4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799087" y="3700789"/>
              <a:ext cx="2392913" cy="3157211"/>
            </a:xfrm>
            <a:custGeom>
              <a:avLst/>
              <a:gdLst>
                <a:gd name="connsiteX0" fmla="*/ 0 w 1637473"/>
                <a:gd name="connsiteY0" fmla="*/ 2160483 h 2160483"/>
                <a:gd name="connsiteX1" fmla="*/ 1637474 w 1637473"/>
                <a:gd name="connsiteY1" fmla="*/ 2160483 h 2160483"/>
                <a:gd name="connsiteX2" fmla="*/ 1637474 w 1637473"/>
                <a:gd name="connsiteY2" fmla="*/ 0 h 2160483"/>
                <a:gd name="connsiteX3" fmla="*/ 0 w 1637473"/>
                <a:gd name="connsiteY3" fmla="*/ 2160483 h 2160483"/>
              </a:gdLst>
              <a:ahLst/>
              <a:cxnLst>
                <a:cxn ang="0">
                  <a:pos x="connsiteX0" y="connsiteY0"/>
                </a:cxn>
                <a:cxn ang="0">
                  <a:pos x="connsiteX1" y="connsiteY1"/>
                </a:cxn>
                <a:cxn ang="0">
                  <a:pos x="connsiteX2" y="connsiteY2"/>
                </a:cxn>
                <a:cxn ang="0">
                  <a:pos x="connsiteX3" y="connsiteY3"/>
                </a:cxn>
              </a:cxnLst>
              <a:rect l="l" t="t" r="r" b="b"/>
              <a:pathLst>
                <a:path w="1637473" h="2160483">
                  <a:moveTo>
                    <a:pt x="0" y="2160483"/>
                  </a:moveTo>
                  <a:lnTo>
                    <a:pt x="1637474" y="2160483"/>
                  </a:lnTo>
                  <a:lnTo>
                    <a:pt x="1637474" y="0"/>
                  </a:lnTo>
                  <a:cubicBezTo>
                    <a:pt x="1637474" y="1113830"/>
                    <a:pt x="688808" y="1755720"/>
                    <a:pt x="0" y="2160483"/>
                  </a:cubicBezTo>
                  <a:close/>
                </a:path>
              </a:pathLst>
            </a:custGeom>
            <a:solidFill>
              <a:srgbClr val="1E407C"/>
            </a:solidFill>
            <a:ln w="12155" cap="flat">
              <a:noFill/>
              <a:prstDash val="solid"/>
              <a:miter/>
            </a:ln>
          </p:spPr>
          <p:txBody>
            <a:bodyPr rtlCol="0" anchor="ctr"/>
            <a:lstStyle/>
            <a:p>
              <a:endParaRPr lang="en-US"/>
            </a:p>
          </p:txBody>
        </p:sp>
        <p:pic>
          <p:nvPicPr>
            <p:cNvPr id="14" name="Comm Shield Corner">
              <a:extLst>
                <a:ext uri="{FF2B5EF4-FFF2-40B4-BE49-F238E27FC236}">
                  <a16:creationId xmlns:a16="http://schemas.microsoft.com/office/drawing/2014/main" id="{6907CFA7-DA25-9315-C431-0372EFB1DA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9550401" y="3688081"/>
              <a:ext cx="2641599" cy="3169919"/>
            </a:xfrm>
            <a:prstGeom prst="rect">
              <a:avLst/>
            </a:prstGeom>
          </p:spPr>
        </p:pic>
      </p:grpSp>
      <p:sp>
        <p:nvSpPr>
          <p:cNvPr id="2" name="Title 1">
            <a:extLst>
              <a:ext uri="{FF2B5EF4-FFF2-40B4-BE49-F238E27FC236}">
                <a16:creationId xmlns:a16="http://schemas.microsoft.com/office/drawing/2014/main" id="{9A6EFBB5-30AC-C871-D426-6A0BE13F7954}"/>
              </a:ext>
            </a:extLst>
          </p:cNvPr>
          <p:cNvSpPr>
            <a:spLocks noGrp="1"/>
          </p:cNvSpPr>
          <p:nvPr>
            <p:ph type="ctrTitle"/>
          </p:nvPr>
        </p:nvSpPr>
        <p:spPr>
          <a:xfrm>
            <a:off x="1066800" y="990600"/>
            <a:ext cx="9601200" cy="2519363"/>
          </a:xfrm>
        </p:spPr>
        <p:txBody>
          <a:bodyPr anchor="b"/>
          <a:lstStyle>
            <a:lvl1pPr algn="l">
              <a:defRPr sz="6000" b="1"/>
            </a:lvl1pPr>
          </a:lstStyle>
          <a:p>
            <a:r>
              <a:rPr lang="en-US"/>
              <a:t>Click to edit Master title style</a:t>
            </a:r>
          </a:p>
        </p:txBody>
      </p:sp>
      <p:sp>
        <p:nvSpPr>
          <p:cNvPr id="3" name="Subtitle 2">
            <a:extLst>
              <a:ext uri="{FF2B5EF4-FFF2-40B4-BE49-F238E27FC236}">
                <a16:creationId xmlns:a16="http://schemas.microsoft.com/office/drawing/2014/main" id="{CC44EB8D-C5EF-C32E-D8C7-15E1792F9023}"/>
              </a:ext>
            </a:extLst>
          </p:cNvPr>
          <p:cNvSpPr>
            <a:spLocks noGrp="1"/>
          </p:cNvSpPr>
          <p:nvPr>
            <p:ph type="subTitle" idx="1"/>
          </p:nvPr>
        </p:nvSpPr>
        <p:spPr>
          <a:xfrm>
            <a:off x="1066800" y="3602038"/>
            <a:ext cx="9601200" cy="1274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0EBBAE-C4A0-F2D9-A43F-328BD4168893}"/>
              </a:ext>
            </a:extLst>
          </p:cNvPr>
          <p:cNvSpPr>
            <a:spLocks noGrp="1"/>
          </p:cNvSpPr>
          <p:nvPr>
            <p:ph type="dt" sz="half" idx="10"/>
          </p:nvPr>
        </p:nvSpPr>
        <p:spPr>
          <a:xfrm>
            <a:off x="9102789" y="0"/>
            <a:ext cx="3089211" cy="914400"/>
          </a:xfrm>
        </p:spPr>
        <p:txBody>
          <a:bodyPr/>
          <a:lstStyle>
            <a:lvl1pPr algn="r">
              <a:defRPr/>
            </a:lvl1pPr>
          </a:lstStyle>
          <a:p>
            <a:fld id="{4D83A44C-8064-3F47-951D-EE74B1CE44B9}" type="datetime1">
              <a:rPr lang="en-US" smtClean="0"/>
              <a:pPr/>
              <a:t>3/31/2026</a:t>
            </a:fld>
            <a:endParaRPr lang="en-US"/>
          </a:p>
        </p:txBody>
      </p:sp>
      <p:sp>
        <p:nvSpPr>
          <p:cNvPr id="5" name="Footer Placeholder 4">
            <a:extLst>
              <a:ext uri="{FF2B5EF4-FFF2-40B4-BE49-F238E27FC236}">
                <a16:creationId xmlns:a16="http://schemas.microsoft.com/office/drawing/2014/main" id="{4BD318BB-68AB-F92B-99D2-699E766B56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F2ACF-01D0-F003-D6CD-197BC00EBCD8}"/>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370767991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grpSp>
        <p:nvGrpSpPr>
          <p:cNvPr id="10" name="CommCnrShld Graphic">
            <a:extLst>
              <a:ext uri="{FF2B5EF4-FFF2-40B4-BE49-F238E27FC236}">
                <a16:creationId xmlns:a16="http://schemas.microsoft.com/office/drawing/2014/main" id="{67AFFE4C-AD09-A4B4-266D-0CDBFC24FFB7}"/>
              </a:ext>
              <a:ext uri="{C183D7F6-B498-43B3-948B-1728B52AA6E4}">
                <adec:decorative xmlns:adec="http://schemas.microsoft.com/office/drawing/2017/decorative" val="1"/>
              </a:ext>
            </a:extLst>
          </p:cNvPr>
          <p:cNvGrpSpPr>
            <a:grpSpLocks noGrp="1" noUngrp="1" noRot="1" noMove="1" noResize="1"/>
          </p:cNvGrpSpPr>
          <p:nvPr userDrawn="1"/>
        </p:nvGrpSpPr>
        <p:grpSpPr>
          <a:xfrm>
            <a:off x="8153400" y="2011680"/>
            <a:ext cx="4038601" cy="4846321"/>
            <a:chOff x="9550401" y="3688081"/>
            <a:chExt cx="2641599" cy="3169919"/>
          </a:xfrm>
        </p:grpSpPr>
        <p:sp>
          <p:nvSpPr>
            <p:cNvPr id="11" name="Corner Shield Shape Right">
              <a:extLst>
                <a:ext uri="{FF2B5EF4-FFF2-40B4-BE49-F238E27FC236}">
                  <a16:creationId xmlns:a16="http://schemas.microsoft.com/office/drawing/2014/main" id="{49D02B88-1226-677B-BE20-324F0F9CB51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799087" y="3700789"/>
              <a:ext cx="2392913" cy="3157211"/>
            </a:xfrm>
            <a:custGeom>
              <a:avLst/>
              <a:gdLst>
                <a:gd name="connsiteX0" fmla="*/ 0 w 1637473"/>
                <a:gd name="connsiteY0" fmla="*/ 2160483 h 2160483"/>
                <a:gd name="connsiteX1" fmla="*/ 1637474 w 1637473"/>
                <a:gd name="connsiteY1" fmla="*/ 2160483 h 2160483"/>
                <a:gd name="connsiteX2" fmla="*/ 1637474 w 1637473"/>
                <a:gd name="connsiteY2" fmla="*/ 0 h 2160483"/>
                <a:gd name="connsiteX3" fmla="*/ 0 w 1637473"/>
                <a:gd name="connsiteY3" fmla="*/ 2160483 h 2160483"/>
              </a:gdLst>
              <a:ahLst/>
              <a:cxnLst>
                <a:cxn ang="0">
                  <a:pos x="connsiteX0" y="connsiteY0"/>
                </a:cxn>
                <a:cxn ang="0">
                  <a:pos x="connsiteX1" y="connsiteY1"/>
                </a:cxn>
                <a:cxn ang="0">
                  <a:pos x="connsiteX2" y="connsiteY2"/>
                </a:cxn>
                <a:cxn ang="0">
                  <a:pos x="connsiteX3" y="connsiteY3"/>
                </a:cxn>
              </a:cxnLst>
              <a:rect l="l" t="t" r="r" b="b"/>
              <a:pathLst>
                <a:path w="1637473" h="2160483">
                  <a:moveTo>
                    <a:pt x="0" y="2160483"/>
                  </a:moveTo>
                  <a:lnTo>
                    <a:pt x="1637474" y="2160483"/>
                  </a:lnTo>
                  <a:lnTo>
                    <a:pt x="1637474" y="0"/>
                  </a:lnTo>
                  <a:cubicBezTo>
                    <a:pt x="1637474" y="1113830"/>
                    <a:pt x="688808" y="1755720"/>
                    <a:pt x="0" y="2160483"/>
                  </a:cubicBezTo>
                  <a:close/>
                </a:path>
              </a:pathLst>
            </a:custGeom>
            <a:solidFill>
              <a:srgbClr val="1E407C"/>
            </a:solidFill>
            <a:ln w="12155" cap="flat">
              <a:noFill/>
              <a:prstDash val="solid"/>
              <a:miter/>
            </a:ln>
          </p:spPr>
          <p:txBody>
            <a:bodyPr rtlCol="0" anchor="ctr"/>
            <a:lstStyle/>
            <a:p>
              <a:endParaRPr lang="en-US"/>
            </a:p>
          </p:txBody>
        </p:sp>
        <p:pic>
          <p:nvPicPr>
            <p:cNvPr id="12" name="Comm Shield Corner">
              <a:extLst>
                <a:ext uri="{FF2B5EF4-FFF2-40B4-BE49-F238E27FC236}">
                  <a16:creationId xmlns:a16="http://schemas.microsoft.com/office/drawing/2014/main" id="{D6679DDB-1E63-F5D0-55BF-F77DEE0E6B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9550401" y="3688081"/>
              <a:ext cx="2641599" cy="3169919"/>
            </a:xfrm>
            <a:prstGeom prst="rect">
              <a:avLst/>
            </a:prstGeom>
          </p:spPr>
        </p:pic>
      </p:grpSp>
      <p:sp>
        <p:nvSpPr>
          <p:cNvPr id="2" name="Title 1">
            <a:extLst>
              <a:ext uri="{FF2B5EF4-FFF2-40B4-BE49-F238E27FC236}">
                <a16:creationId xmlns:a16="http://schemas.microsoft.com/office/drawing/2014/main" id="{CEDA0D94-A5D8-A033-57AC-B05EF010761E}"/>
              </a:ext>
            </a:extLst>
          </p:cNvPr>
          <p:cNvSpPr>
            <a:spLocks noGrp="1"/>
          </p:cNvSpPr>
          <p:nvPr>
            <p:ph type="title"/>
          </p:nvPr>
        </p:nvSpPr>
        <p:spPr>
          <a:xfrm>
            <a:off x="1066800" y="1737657"/>
            <a:ext cx="9677400" cy="274320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4A5B9B-B0BE-4DBF-1904-4FDEF848F3C1}"/>
              </a:ext>
            </a:extLst>
          </p:cNvPr>
          <p:cNvSpPr>
            <a:spLocks noGrp="1"/>
          </p:cNvSpPr>
          <p:nvPr>
            <p:ph type="body" idx="1"/>
          </p:nvPr>
        </p:nvSpPr>
        <p:spPr>
          <a:xfrm>
            <a:off x="1066800" y="4590393"/>
            <a:ext cx="8228013" cy="120080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FAE21E-52C8-F0D8-877A-7F63F8DEE6EE}"/>
              </a:ext>
            </a:extLst>
          </p:cNvPr>
          <p:cNvSpPr>
            <a:spLocks noGrp="1"/>
          </p:cNvSpPr>
          <p:nvPr>
            <p:ph type="dt" sz="half" idx="10"/>
          </p:nvPr>
        </p:nvSpPr>
        <p:spPr>
          <a:xfrm>
            <a:off x="9102789" y="0"/>
            <a:ext cx="3089211" cy="914400"/>
          </a:xfrm>
        </p:spPr>
        <p:txBody>
          <a:bodyPr/>
          <a:lstStyle>
            <a:lvl1pPr algn="r">
              <a:defRPr/>
            </a:lvl1pPr>
          </a:lstStyle>
          <a:p>
            <a:fld id="{D3B27A41-27B9-E448-9F3A-69E294D7051D}" type="datetime1">
              <a:rPr lang="en-US" smtClean="0"/>
              <a:pPr/>
              <a:t>3/31/2026</a:t>
            </a:fld>
            <a:endParaRPr lang="en-US"/>
          </a:p>
        </p:txBody>
      </p:sp>
      <p:sp>
        <p:nvSpPr>
          <p:cNvPr id="5" name="Footer Placeholder 4">
            <a:extLst>
              <a:ext uri="{FF2B5EF4-FFF2-40B4-BE49-F238E27FC236}">
                <a16:creationId xmlns:a16="http://schemas.microsoft.com/office/drawing/2014/main" id="{92B1F391-6A8E-3DD1-AA3E-099C67E66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1638E9-4BAB-5563-88CD-156F06F9D490}"/>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258402269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E763-F41D-F991-1AB4-82B8D5734259}"/>
              </a:ext>
            </a:extLst>
          </p:cNvPr>
          <p:cNvSpPr>
            <a:spLocks noGrp="1"/>
          </p:cNvSpPr>
          <p:nvPr>
            <p:ph type="title" hasCustomPrompt="1"/>
          </p:nvPr>
        </p:nvSpPr>
        <p:spPr/>
        <p:txBody>
          <a:bodyPr/>
          <a:lstStyle/>
          <a:p>
            <a:r>
              <a:rPr lang="en-US"/>
              <a:t>Click to add slide title, key point, or assertion</a:t>
            </a:r>
          </a:p>
        </p:txBody>
      </p:sp>
      <p:sp>
        <p:nvSpPr>
          <p:cNvPr id="3" name="Content Placeholder 2">
            <a:extLst>
              <a:ext uri="{FF2B5EF4-FFF2-40B4-BE49-F238E27FC236}">
                <a16:creationId xmlns:a16="http://schemas.microsoft.com/office/drawing/2014/main" id="{8F096128-8A19-FE3B-2DAF-0406DB503864}"/>
              </a:ext>
            </a:extLst>
          </p:cNvPr>
          <p:cNvSpPr>
            <a:spLocks noGrp="1"/>
          </p:cNvSpPr>
          <p:nvPr>
            <p:ph idx="1" hasCustomPrompt="1"/>
          </p:nvPr>
        </p:nvSpPr>
        <p:spPr>
          <a:xfrm>
            <a:off x="1066800" y="1825625"/>
            <a:ext cx="10056813" cy="3736975"/>
          </a:xfrm>
        </p:spPr>
        <p:txBody>
          <a:bodyPr/>
          <a:lstStyle>
            <a:lvl2pPr marL="777240" indent="-182880">
              <a:defRPr/>
            </a:lvl2pPr>
          </a:lstStyle>
          <a:p>
            <a:pPr marL="201168" marR="0" lvl="0" indent="-201168" algn="l" defTabSz="914400" rtl="0" eaLnBrk="1" fontAlgn="auto" latinLnBrk="0" hangingPunct="1">
              <a:lnSpc>
                <a:spcPct val="90000"/>
              </a:lnSpc>
              <a:spcBef>
                <a:spcPts val="2000"/>
              </a:spcBef>
              <a:spcAft>
                <a:spcPts val="0"/>
              </a:spcAft>
              <a:buClr>
                <a:schemeClr val="tx2"/>
              </a:buClr>
              <a:buSzTx/>
              <a:buFont typeface="Wingdings" pitchFamily="2" charset="2"/>
              <a:buChar char="§"/>
              <a:tabLst/>
              <a:defRPr/>
            </a:pPr>
            <a:r>
              <a:rPr lang="en-US"/>
              <a:t>Click to add text or choose an icon below to insert other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BDCF0-7468-FACC-ACE3-74245710C09A}"/>
              </a:ext>
            </a:extLst>
          </p:cNvPr>
          <p:cNvSpPr>
            <a:spLocks noGrp="1"/>
          </p:cNvSpPr>
          <p:nvPr>
            <p:ph type="dt" sz="half" idx="10"/>
          </p:nvPr>
        </p:nvSpPr>
        <p:spPr/>
        <p:txBody>
          <a:bodyPr/>
          <a:lstStyle/>
          <a:p>
            <a:fld id="{93C5B02E-A76A-D543-896B-0002B4A60318}" type="datetime1">
              <a:rPr lang="en-US" smtClean="0"/>
              <a:t>3/31/2026</a:t>
            </a:fld>
            <a:endParaRPr lang="en-US"/>
          </a:p>
        </p:txBody>
      </p:sp>
      <p:sp>
        <p:nvSpPr>
          <p:cNvPr id="5" name="Footer Placeholder 4">
            <a:extLst>
              <a:ext uri="{FF2B5EF4-FFF2-40B4-BE49-F238E27FC236}">
                <a16:creationId xmlns:a16="http://schemas.microsoft.com/office/drawing/2014/main" id="{77A55521-2464-763C-14E3-1546CCD69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F9F393-FA98-BA11-DB7E-F32E606FEEFA}"/>
              </a:ext>
            </a:extLst>
          </p:cNvPr>
          <p:cNvSpPr>
            <a:spLocks noGrp="1"/>
          </p:cNvSpPr>
          <p:nvPr>
            <p:ph type="sldNum" sz="quarter" idx="12"/>
          </p:nvPr>
        </p:nvSpPr>
        <p:spPr/>
        <p:txBody>
          <a:bodyPr/>
          <a:lstStyle/>
          <a:p>
            <a:fld id="{3E1D1B55-F3E9-1242-8F18-D40061936871}" type="slidenum">
              <a:rPr lang="en-US" smtClean="0"/>
              <a:pPr/>
              <a:t>‹#›</a:t>
            </a:fld>
            <a:endParaRPr lang="en-US"/>
          </a:p>
        </p:txBody>
      </p:sp>
    </p:spTree>
    <p:extLst>
      <p:ext uri="{BB962C8B-B14F-4D97-AF65-F5344CB8AC3E}">
        <p14:creationId xmlns:p14="http://schemas.microsoft.com/office/powerpoint/2010/main" val="903301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787D-E2BC-F3FE-5703-A9932B981583}"/>
              </a:ext>
            </a:extLst>
          </p:cNvPr>
          <p:cNvSpPr>
            <a:spLocks noGrp="1"/>
          </p:cNvSpPr>
          <p:nvPr>
            <p:ph type="title"/>
          </p:nvPr>
        </p:nvSpPr>
        <p:spPr>
          <a:xfrm>
            <a:off x="609600" y="457200"/>
            <a:ext cx="4114800" cy="26797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6B8DDE-3683-969F-02EF-973A70969448}"/>
              </a:ext>
            </a:extLst>
          </p:cNvPr>
          <p:cNvSpPr>
            <a:spLocks noGrp="1"/>
          </p:cNvSpPr>
          <p:nvPr>
            <p:ph idx="1" hasCustomPrompt="1"/>
          </p:nvPr>
        </p:nvSpPr>
        <p:spPr>
          <a:xfrm>
            <a:off x="5183188" y="676275"/>
            <a:ext cx="6399212" cy="4586288"/>
          </a:xfrm>
        </p:spPr>
        <p:txBody>
          <a:bodyPr>
            <a:normAutofit/>
          </a:bodyPr>
          <a:lstStyle>
            <a:lvl1pPr>
              <a:defRPr sz="28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a:t>Click to add text or choose an icon below to insert other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72CB31-00D3-E20B-B087-8ADEFEF736F6}"/>
              </a:ext>
            </a:extLst>
          </p:cNvPr>
          <p:cNvSpPr>
            <a:spLocks noGrp="1"/>
          </p:cNvSpPr>
          <p:nvPr>
            <p:ph type="body" sz="half" idx="2"/>
          </p:nvPr>
        </p:nvSpPr>
        <p:spPr>
          <a:xfrm>
            <a:off x="609600" y="3429000"/>
            <a:ext cx="4114800" cy="2286000"/>
          </a:xfrm>
        </p:spPr>
        <p:txBody>
          <a:bodyPr>
            <a:normAutofit/>
          </a:bodyPr>
          <a:lstStyle>
            <a:lvl1pPr marL="0" indent="0">
              <a:buNone/>
              <a:defRPr sz="20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3A5B58-8500-964C-1BC6-DA163AB28049}"/>
              </a:ext>
            </a:extLst>
          </p:cNvPr>
          <p:cNvSpPr>
            <a:spLocks noGrp="1"/>
          </p:cNvSpPr>
          <p:nvPr>
            <p:ph type="dt" sz="half" idx="10"/>
          </p:nvPr>
        </p:nvSpPr>
        <p:spPr/>
        <p:txBody>
          <a:bodyPr/>
          <a:lstStyle/>
          <a:p>
            <a:fld id="{3278D83B-FBE8-6341-9B65-B8DF7340B97B}" type="datetime1">
              <a:rPr lang="en-US" smtClean="0"/>
              <a:t>3/31/2026</a:t>
            </a:fld>
            <a:endParaRPr lang="en-US"/>
          </a:p>
        </p:txBody>
      </p:sp>
      <p:sp>
        <p:nvSpPr>
          <p:cNvPr id="6" name="Footer Placeholder 5">
            <a:extLst>
              <a:ext uri="{FF2B5EF4-FFF2-40B4-BE49-F238E27FC236}">
                <a16:creationId xmlns:a16="http://schemas.microsoft.com/office/drawing/2014/main" id="{225413BC-AAC0-9E6D-3C7D-EC459FA816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21EAB-7603-CF08-3D09-C89AAFB476AE}"/>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2271643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E1FC-5694-8B89-C491-7BA53E357700}"/>
              </a:ext>
            </a:extLst>
          </p:cNvPr>
          <p:cNvSpPr>
            <a:spLocks noGrp="1"/>
          </p:cNvSpPr>
          <p:nvPr>
            <p:ph type="title"/>
          </p:nvPr>
        </p:nvSpPr>
        <p:spPr>
          <a:xfrm>
            <a:off x="6551613" y="762000"/>
            <a:ext cx="4725987" cy="21336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F6D286-2952-5BB3-594A-BF27B94849AE}"/>
              </a:ext>
            </a:extLst>
          </p:cNvPr>
          <p:cNvSpPr>
            <a:spLocks noGrp="1"/>
          </p:cNvSpPr>
          <p:nvPr>
            <p:ph type="pic" idx="1" hasCustomPrompt="1"/>
          </p:nvPr>
        </p:nvSpPr>
        <p:spPr>
          <a:xfrm>
            <a:off x="609601" y="990600"/>
            <a:ext cx="5486400" cy="4298899"/>
          </a:xfrm>
          <a:noFill/>
          <a:effectLst/>
        </p:spPr>
        <p:txBody>
          <a:bodyPr tIns="365760"/>
          <a:lstStyle>
            <a:lvl1pPr marL="0" marR="0" indent="0" algn="ctr" defTabSz="914400" rtl="0" eaLnBrk="1" fontAlgn="auto" latinLnBrk="0" hangingPunct="1">
              <a:lnSpc>
                <a:spcPct val="90000"/>
              </a:lnSpc>
              <a:spcBef>
                <a:spcPts val="2000"/>
              </a:spcBef>
              <a:spcAft>
                <a:spcPts val="0"/>
              </a:spcAft>
              <a:buClr>
                <a:schemeClr val="tx2"/>
              </a:buClr>
              <a:buSzTx/>
              <a:buFont typeface="Wingdings" pitchFamily="2" charset="2"/>
              <a:buNone/>
              <a:tabLst/>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below to add picture. </a:t>
            </a:r>
            <a:br>
              <a:rPr lang="en-US"/>
            </a:br>
            <a:r>
              <a:rPr lang="en-US"/>
              <a:t>To crop the picture, click Crop on the Picture Tools tab</a:t>
            </a:r>
          </a:p>
        </p:txBody>
      </p:sp>
      <p:sp>
        <p:nvSpPr>
          <p:cNvPr id="4" name="Text Placeholder 3">
            <a:extLst>
              <a:ext uri="{FF2B5EF4-FFF2-40B4-BE49-F238E27FC236}">
                <a16:creationId xmlns:a16="http://schemas.microsoft.com/office/drawing/2014/main" id="{CA1B9431-C3FE-7CB8-8A4E-11841E03BA47}"/>
              </a:ext>
            </a:extLst>
          </p:cNvPr>
          <p:cNvSpPr>
            <a:spLocks noGrp="1"/>
          </p:cNvSpPr>
          <p:nvPr>
            <p:ph type="body" sz="half" idx="2"/>
          </p:nvPr>
        </p:nvSpPr>
        <p:spPr>
          <a:xfrm>
            <a:off x="6551613" y="3048000"/>
            <a:ext cx="4572000" cy="2241499"/>
          </a:xfrm>
        </p:spPr>
        <p:txBody>
          <a:bodyPr anchor="b" anchorCtr="0">
            <a:normAutofit/>
          </a:bodyPr>
          <a:lstStyle>
            <a:lvl1pPr marL="0" indent="0">
              <a:buClr>
                <a:schemeClr val="accent1"/>
              </a:buClr>
              <a:buSzPct val="120000"/>
              <a:buFont typeface="System Font Regular"/>
              <a:buNone/>
              <a:tabLst/>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E0845-C3A7-6E8F-5C61-5E11CF4CDBB7}"/>
              </a:ext>
            </a:extLst>
          </p:cNvPr>
          <p:cNvSpPr>
            <a:spLocks noGrp="1"/>
          </p:cNvSpPr>
          <p:nvPr>
            <p:ph type="dt" sz="half" idx="10"/>
          </p:nvPr>
        </p:nvSpPr>
        <p:spPr/>
        <p:txBody>
          <a:bodyPr/>
          <a:lstStyle/>
          <a:p>
            <a:fld id="{2CE22E21-6626-7F48-BD7E-E9F69B4CC986}" type="datetime1">
              <a:rPr lang="en-US" smtClean="0"/>
              <a:t>3/31/2026</a:t>
            </a:fld>
            <a:endParaRPr lang="en-US"/>
          </a:p>
        </p:txBody>
      </p:sp>
      <p:sp>
        <p:nvSpPr>
          <p:cNvPr id="6" name="Footer Placeholder 5">
            <a:extLst>
              <a:ext uri="{FF2B5EF4-FFF2-40B4-BE49-F238E27FC236}">
                <a16:creationId xmlns:a16="http://schemas.microsoft.com/office/drawing/2014/main" id="{3340A072-5CE9-D9EB-FA5A-347D0DC3F2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46F95E-8EB8-15D7-077A-28ED3EBB5D56}"/>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265674615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FC1A-8AA3-1F3A-309D-65B86EB549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ABC937-51C8-A943-FFC9-D9B57CEBDC7F}"/>
              </a:ext>
            </a:extLst>
          </p:cNvPr>
          <p:cNvSpPr>
            <a:spLocks noGrp="1"/>
          </p:cNvSpPr>
          <p:nvPr>
            <p:ph type="dt" sz="half" idx="10"/>
          </p:nvPr>
        </p:nvSpPr>
        <p:spPr/>
        <p:txBody>
          <a:bodyPr/>
          <a:lstStyle/>
          <a:p>
            <a:fld id="{D06CF7B2-6D0C-1749-99C8-CF428F75A01C}" type="datetime1">
              <a:rPr lang="en-US" smtClean="0"/>
              <a:t>3/31/2026</a:t>
            </a:fld>
            <a:endParaRPr lang="en-US"/>
          </a:p>
        </p:txBody>
      </p:sp>
      <p:sp>
        <p:nvSpPr>
          <p:cNvPr id="4" name="Footer Placeholder 3">
            <a:extLst>
              <a:ext uri="{FF2B5EF4-FFF2-40B4-BE49-F238E27FC236}">
                <a16:creationId xmlns:a16="http://schemas.microsoft.com/office/drawing/2014/main" id="{BC0B8A71-9225-7CD8-1C83-DBBDBCDCF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F5A8CB-332D-9515-5CFE-8172E8693BAA}"/>
              </a:ext>
            </a:extLst>
          </p:cNvPr>
          <p:cNvSpPr>
            <a:spLocks noGrp="1"/>
          </p:cNvSpPr>
          <p:nvPr>
            <p:ph type="sldNum" sz="quarter" idx="12"/>
          </p:nvPr>
        </p:nvSpPr>
        <p:spPr/>
        <p:txBody>
          <a:bodyPr/>
          <a:lstStyle/>
          <a:p>
            <a:fld id="{3E1D1B55-F3E9-1242-8F18-D40061936871}" type="slidenum">
              <a:rPr lang="en-US" smtClean="0"/>
              <a:pPr/>
              <a:t>‹#›</a:t>
            </a:fld>
            <a:endParaRPr lang="en-US"/>
          </a:p>
        </p:txBody>
      </p:sp>
    </p:spTree>
    <p:extLst>
      <p:ext uri="{BB962C8B-B14F-4D97-AF65-F5344CB8AC3E}">
        <p14:creationId xmlns:p14="http://schemas.microsoft.com/office/powerpoint/2010/main" val="259186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07C2-6D9C-BF04-E789-5975B362A0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425318-746A-F1C9-9F76-E0E02D493189}"/>
              </a:ext>
            </a:extLst>
          </p:cNvPr>
          <p:cNvSpPr>
            <a:spLocks noGrp="1"/>
          </p:cNvSpPr>
          <p:nvPr>
            <p:ph sz="half" idx="1"/>
          </p:nvPr>
        </p:nvSpPr>
        <p:spPr>
          <a:xfrm>
            <a:off x="609600" y="1825625"/>
            <a:ext cx="5029200" cy="3432175"/>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25F21F-1339-03C9-C6C8-52CF6F85F1CD}"/>
              </a:ext>
            </a:extLst>
          </p:cNvPr>
          <p:cNvSpPr>
            <a:spLocks noGrp="1"/>
          </p:cNvSpPr>
          <p:nvPr>
            <p:ph sz="half" idx="2"/>
          </p:nvPr>
        </p:nvSpPr>
        <p:spPr>
          <a:xfrm>
            <a:off x="6111766" y="1825625"/>
            <a:ext cx="5029201" cy="3432175"/>
          </a:xfrm>
        </p:spPr>
        <p:txBody>
          <a:bodyPr>
            <a:normAutofit/>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FBD777-E1ED-B7BD-D234-FBA2A93D0CC6}"/>
              </a:ext>
            </a:extLst>
          </p:cNvPr>
          <p:cNvSpPr>
            <a:spLocks noGrp="1"/>
          </p:cNvSpPr>
          <p:nvPr>
            <p:ph type="dt" sz="half" idx="10"/>
          </p:nvPr>
        </p:nvSpPr>
        <p:spPr/>
        <p:txBody>
          <a:bodyPr/>
          <a:lstStyle/>
          <a:p>
            <a:fld id="{6E202C91-2BFC-A04F-9296-2B99B3ED0817}" type="datetime1">
              <a:rPr lang="en-US" smtClean="0"/>
              <a:t>3/31/2026</a:t>
            </a:fld>
            <a:endParaRPr lang="en-US"/>
          </a:p>
        </p:txBody>
      </p:sp>
      <p:sp>
        <p:nvSpPr>
          <p:cNvPr id="6" name="Footer Placeholder 5">
            <a:extLst>
              <a:ext uri="{FF2B5EF4-FFF2-40B4-BE49-F238E27FC236}">
                <a16:creationId xmlns:a16="http://schemas.microsoft.com/office/drawing/2014/main" id="{C11BCB7D-2D1A-A8C3-18BF-F19BD4A6C1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1049C-0A42-1626-E4CB-C9416DAB07E5}"/>
              </a:ext>
            </a:extLst>
          </p:cNvPr>
          <p:cNvSpPr>
            <a:spLocks noGrp="1"/>
          </p:cNvSpPr>
          <p:nvPr>
            <p:ph type="sldNum" sz="quarter" idx="12"/>
          </p:nvPr>
        </p:nvSpPr>
        <p:spPr/>
        <p:txBody>
          <a:bodyPr/>
          <a:lstStyle/>
          <a:p>
            <a:fld id="{3E1D1B55-F3E9-1242-8F18-D40061936871}" type="slidenum">
              <a:rPr lang="en-US" smtClean="0"/>
              <a:pPr/>
              <a:t>‹#›</a:t>
            </a:fld>
            <a:endParaRPr lang="en-US"/>
          </a:p>
        </p:txBody>
      </p:sp>
    </p:spTree>
    <p:extLst>
      <p:ext uri="{BB962C8B-B14F-4D97-AF65-F5344CB8AC3E}">
        <p14:creationId xmlns:p14="http://schemas.microsoft.com/office/powerpoint/2010/main" val="311630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6E5F2-E07D-49A5-45D2-61A59E6F2AA5}"/>
              </a:ext>
            </a:extLst>
          </p:cNvPr>
          <p:cNvSpPr>
            <a:spLocks noGrp="1"/>
          </p:cNvSpPr>
          <p:nvPr>
            <p:ph type="title"/>
          </p:nvPr>
        </p:nvSpPr>
        <p:spPr>
          <a:xfrm>
            <a:off x="609600" y="365125"/>
            <a:ext cx="10745788" cy="10064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2D649B-7DD0-707F-0286-3C79FF008D18}"/>
              </a:ext>
            </a:extLst>
          </p:cNvPr>
          <p:cNvSpPr>
            <a:spLocks noGrp="1"/>
          </p:cNvSpPr>
          <p:nvPr>
            <p:ph type="body" idx="1"/>
          </p:nvPr>
        </p:nvSpPr>
        <p:spPr>
          <a:xfrm>
            <a:off x="618331" y="1421607"/>
            <a:ext cx="5026025" cy="82391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4E628A-8E78-3092-8EEC-BCD0443E9438}"/>
              </a:ext>
            </a:extLst>
          </p:cNvPr>
          <p:cNvSpPr>
            <a:spLocks noGrp="1"/>
          </p:cNvSpPr>
          <p:nvPr>
            <p:ph sz="half" idx="2"/>
          </p:nvPr>
        </p:nvSpPr>
        <p:spPr>
          <a:xfrm>
            <a:off x="618331" y="2245519"/>
            <a:ext cx="5026025" cy="313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209B32-F927-21F8-6DB7-B78B0048D8D1}"/>
              </a:ext>
            </a:extLst>
          </p:cNvPr>
          <p:cNvSpPr>
            <a:spLocks noGrp="1"/>
          </p:cNvSpPr>
          <p:nvPr>
            <p:ph type="body" sz="quarter" idx="3"/>
          </p:nvPr>
        </p:nvSpPr>
        <p:spPr>
          <a:xfrm>
            <a:off x="6547645" y="1421607"/>
            <a:ext cx="5033167" cy="823912"/>
          </a:xfrm>
        </p:spPr>
        <p:txBody>
          <a:bodyPr anchor="b"/>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AE6394-88A7-A6AA-0283-D80CBBB03F80}"/>
              </a:ext>
            </a:extLst>
          </p:cNvPr>
          <p:cNvSpPr>
            <a:spLocks noGrp="1"/>
          </p:cNvSpPr>
          <p:nvPr>
            <p:ph sz="quarter" idx="4"/>
          </p:nvPr>
        </p:nvSpPr>
        <p:spPr>
          <a:xfrm>
            <a:off x="6547645" y="2245519"/>
            <a:ext cx="5033168" cy="3133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A32CFC-E655-92D0-91E5-1D2C643C713F}"/>
              </a:ext>
            </a:extLst>
          </p:cNvPr>
          <p:cNvSpPr>
            <a:spLocks noGrp="1"/>
          </p:cNvSpPr>
          <p:nvPr>
            <p:ph type="dt" sz="half" idx="10"/>
          </p:nvPr>
        </p:nvSpPr>
        <p:spPr/>
        <p:txBody>
          <a:bodyPr/>
          <a:lstStyle/>
          <a:p>
            <a:fld id="{DE8D1133-C6F7-A54C-B4F9-F574FC8B44CF}" type="datetime1">
              <a:rPr lang="en-US" smtClean="0"/>
              <a:t>3/31/2026</a:t>
            </a:fld>
            <a:endParaRPr lang="en-US"/>
          </a:p>
        </p:txBody>
      </p:sp>
      <p:sp>
        <p:nvSpPr>
          <p:cNvPr id="8" name="Footer Placeholder 7">
            <a:extLst>
              <a:ext uri="{FF2B5EF4-FFF2-40B4-BE49-F238E27FC236}">
                <a16:creationId xmlns:a16="http://schemas.microsoft.com/office/drawing/2014/main" id="{77FD39A2-B6C2-50DB-DA1C-26525AE178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1E5A19-DEF8-8A75-0CA7-231B92809BC3}"/>
              </a:ext>
            </a:extLst>
          </p:cNvPr>
          <p:cNvSpPr>
            <a:spLocks noGrp="1"/>
          </p:cNvSpPr>
          <p:nvPr>
            <p:ph type="sldNum" sz="quarter" idx="12"/>
          </p:nvPr>
        </p:nvSpPr>
        <p:spPr/>
        <p:txBody>
          <a:bodyPr/>
          <a:lstStyle/>
          <a:p>
            <a:fld id="{3E1D1B55-F3E9-1242-8F18-D40061936871}" type="slidenum">
              <a:rPr lang="en-US" smtClean="0"/>
              <a:pPr/>
              <a:t>‹#›</a:t>
            </a:fld>
            <a:endParaRPr lang="en-US"/>
          </a:p>
        </p:txBody>
      </p:sp>
    </p:spTree>
    <p:extLst>
      <p:ext uri="{BB962C8B-B14F-4D97-AF65-F5344CB8AC3E}">
        <p14:creationId xmlns:p14="http://schemas.microsoft.com/office/powerpoint/2010/main" val="2778230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4B92D9-0B28-E637-181B-4BD4F8C5E865}"/>
              </a:ext>
            </a:extLst>
          </p:cNvPr>
          <p:cNvSpPr>
            <a:spLocks noGrp="1"/>
          </p:cNvSpPr>
          <p:nvPr>
            <p:ph type="dt" sz="half" idx="10"/>
          </p:nvPr>
        </p:nvSpPr>
        <p:spPr/>
        <p:txBody>
          <a:bodyPr/>
          <a:lstStyle/>
          <a:p>
            <a:fld id="{9BE07659-B258-5942-BADA-20CC774035A0}" type="datetime1">
              <a:rPr lang="en-US" smtClean="0"/>
              <a:t>3/31/2026</a:t>
            </a:fld>
            <a:endParaRPr lang="en-US"/>
          </a:p>
        </p:txBody>
      </p:sp>
      <p:sp>
        <p:nvSpPr>
          <p:cNvPr id="3" name="Footer Placeholder 2">
            <a:extLst>
              <a:ext uri="{FF2B5EF4-FFF2-40B4-BE49-F238E27FC236}">
                <a16:creationId xmlns:a16="http://schemas.microsoft.com/office/drawing/2014/main" id="{94954192-2427-0DC8-0EAA-A64403D924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013789-D139-DD4C-0551-12E374CDB16D}"/>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226599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525F-0A3B-0A82-FBA8-69CEB60A3D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F726D1-60B7-13F2-745F-8628A92E3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964F2-ED7E-FB0A-F2FC-34613DC9645F}"/>
              </a:ext>
            </a:extLst>
          </p:cNvPr>
          <p:cNvSpPr>
            <a:spLocks noGrp="1"/>
          </p:cNvSpPr>
          <p:nvPr>
            <p:ph type="dt" sz="half" idx="10"/>
          </p:nvPr>
        </p:nvSpPr>
        <p:spPr/>
        <p:txBody>
          <a:bodyPr/>
          <a:lstStyle/>
          <a:p>
            <a:fld id="{F8EF8AD4-0A8D-1942-AD91-7D3C5A1D73BF}" type="datetime1">
              <a:rPr lang="en-US" smtClean="0"/>
              <a:t>3/31/2026</a:t>
            </a:fld>
            <a:endParaRPr lang="en-US"/>
          </a:p>
        </p:txBody>
      </p:sp>
      <p:sp>
        <p:nvSpPr>
          <p:cNvPr id="5" name="Footer Placeholder 4">
            <a:extLst>
              <a:ext uri="{FF2B5EF4-FFF2-40B4-BE49-F238E27FC236}">
                <a16:creationId xmlns:a16="http://schemas.microsoft.com/office/drawing/2014/main" id="{0E9810DB-DBB4-3D40-4773-A7EC1479BD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AFE995-CC29-4AFA-CB27-CF08B1F56BE3}"/>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392516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18F61B-E0C1-9CF0-2B16-FE8B941ECC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ADFCD1-4F9D-5A79-22BB-572B3A36F4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1F889-A890-6F2D-CE9F-A7EAED634806}"/>
              </a:ext>
            </a:extLst>
          </p:cNvPr>
          <p:cNvSpPr>
            <a:spLocks noGrp="1"/>
          </p:cNvSpPr>
          <p:nvPr>
            <p:ph type="dt" sz="half" idx="10"/>
          </p:nvPr>
        </p:nvSpPr>
        <p:spPr/>
        <p:txBody>
          <a:bodyPr/>
          <a:lstStyle/>
          <a:p>
            <a:fld id="{B521F17A-2A7E-764E-8194-BD617B10743D}" type="datetime1">
              <a:rPr lang="en-US" smtClean="0"/>
              <a:t>3/31/2026</a:t>
            </a:fld>
            <a:endParaRPr lang="en-US"/>
          </a:p>
        </p:txBody>
      </p:sp>
      <p:sp>
        <p:nvSpPr>
          <p:cNvPr id="5" name="Footer Placeholder 4">
            <a:extLst>
              <a:ext uri="{FF2B5EF4-FFF2-40B4-BE49-F238E27FC236}">
                <a16:creationId xmlns:a16="http://schemas.microsoft.com/office/drawing/2014/main" id="{A765AB35-9A8B-4638-DC3C-9A106845E2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99216-C74A-2574-5A1E-6232E83EAF73}"/>
              </a:ext>
            </a:extLst>
          </p:cNvPr>
          <p:cNvSpPr>
            <a:spLocks noGrp="1"/>
          </p:cNvSpPr>
          <p:nvPr>
            <p:ph type="sldNum" sz="quarter" idx="12"/>
          </p:nvPr>
        </p:nvSpPr>
        <p:spPr/>
        <p:txBody>
          <a:bodyPr/>
          <a:lstStyle/>
          <a:p>
            <a:fld id="{3E1D1B55-F3E9-1242-8F18-D40061936871}" type="slidenum">
              <a:rPr lang="en-US" smtClean="0"/>
              <a:t>‹#›</a:t>
            </a:fld>
            <a:endParaRPr lang="en-US"/>
          </a:p>
        </p:txBody>
      </p:sp>
    </p:spTree>
    <p:extLst>
      <p:ext uri="{BB962C8B-B14F-4D97-AF65-F5344CB8AC3E}">
        <p14:creationId xmlns:p14="http://schemas.microsoft.com/office/powerpoint/2010/main" val="4169206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9" name="CommCnrShld">
            <a:extLst>
              <a:ext uri="{FF2B5EF4-FFF2-40B4-BE49-F238E27FC236}">
                <a16:creationId xmlns:a16="http://schemas.microsoft.com/office/drawing/2014/main" id="{1618A93B-3E0D-4C69-C17E-DF520880C7E0}"/>
              </a:ext>
              <a:ext uri="{C183D7F6-B498-43B3-948B-1728B52AA6E4}">
                <adec:decorative xmlns:adec="http://schemas.microsoft.com/office/drawing/2017/decorative" val="1"/>
              </a:ext>
            </a:extLst>
          </p:cNvPr>
          <p:cNvGrpSpPr>
            <a:grpSpLocks noGrp="1" noUngrp="1" noRot="1" noMove="1" noResize="1"/>
          </p:cNvGrpSpPr>
          <p:nvPr userDrawn="1"/>
        </p:nvGrpSpPr>
        <p:grpSpPr>
          <a:xfrm>
            <a:off x="9550401" y="3688081"/>
            <a:ext cx="2641599" cy="3169919"/>
            <a:chOff x="9550401" y="3688081"/>
            <a:chExt cx="2641599" cy="3169919"/>
          </a:xfrm>
        </p:grpSpPr>
        <p:sp>
          <p:nvSpPr>
            <p:cNvPr id="20" name="Corner Shield Shape Right">
              <a:extLst>
                <a:ext uri="{FF2B5EF4-FFF2-40B4-BE49-F238E27FC236}">
                  <a16:creationId xmlns:a16="http://schemas.microsoft.com/office/drawing/2014/main" id="{B7ECB6A5-D104-7FF6-DCD8-4B1AE2FA277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799087" y="3700789"/>
              <a:ext cx="2392913" cy="3157211"/>
            </a:xfrm>
            <a:custGeom>
              <a:avLst/>
              <a:gdLst>
                <a:gd name="connsiteX0" fmla="*/ 0 w 1637473"/>
                <a:gd name="connsiteY0" fmla="*/ 2160483 h 2160483"/>
                <a:gd name="connsiteX1" fmla="*/ 1637474 w 1637473"/>
                <a:gd name="connsiteY1" fmla="*/ 2160483 h 2160483"/>
                <a:gd name="connsiteX2" fmla="*/ 1637474 w 1637473"/>
                <a:gd name="connsiteY2" fmla="*/ 0 h 2160483"/>
                <a:gd name="connsiteX3" fmla="*/ 0 w 1637473"/>
                <a:gd name="connsiteY3" fmla="*/ 2160483 h 2160483"/>
              </a:gdLst>
              <a:ahLst/>
              <a:cxnLst>
                <a:cxn ang="0">
                  <a:pos x="connsiteX0" y="connsiteY0"/>
                </a:cxn>
                <a:cxn ang="0">
                  <a:pos x="connsiteX1" y="connsiteY1"/>
                </a:cxn>
                <a:cxn ang="0">
                  <a:pos x="connsiteX2" y="connsiteY2"/>
                </a:cxn>
                <a:cxn ang="0">
                  <a:pos x="connsiteX3" y="connsiteY3"/>
                </a:cxn>
              </a:cxnLst>
              <a:rect l="l" t="t" r="r" b="b"/>
              <a:pathLst>
                <a:path w="1637473" h="2160483">
                  <a:moveTo>
                    <a:pt x="0" y="2160483"/>
                  </a:moveTo>
                  <a:lnTo>
                    <a:pt x="1637474" y="2160483"/>
                  </a:lnTo>
                  <a:lnTo>
                    <a:pt x="1637474" y="0"/>
                  </a:lnTo>
                  <a:cubicBezTo>
                    <a:pt x="1637474" y="1113830"/>
                    <a:pt x="688808" y="1755720"/>
                    <a:pt x="0" y="2160483"/>
                  </a:cubicBezTo>
                  <a:close/>
                </a:path>
              </a:pathLst>
            </a:custGeom>
            <a:solidFill>
              <a:srgbClr val="1E407C"/>
            </a:solidFill>
            <a:ln w="12155" cap="flat">
              <a:noFill/>
              <a:prstDash val="solid"/>
              <a:miter/>
            </a:ln>
          </p:spPr>
          <p:txBody>
            <a:bodyPr rtlCol="0" anchor="ctr"/>
            <a:lstStyle/>
            <a:p>
              <a:endParaRPr lang="en-US"/>
            </a:p>
          </p:txBody>
        </p:sp>
        <p:pic>
          <p:nvPicPr>
            <p:cNvPr id="21" name="Comm Shield Corner">
              <a:extLst>
                <a:ext uri="{FF2B5EF4-FFF2-40B4-BE49-F238E27FC236}">
                  <a16:creationId xmlns:a16="http://schemas.microsoft.com/office/drawing/2014/main" id="{70B461F0-4C10-DA44-2A54-6677C52653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13"/>
                </a:ext>
              </a:extLst>
            </a:blip>
            <a:stretch>
              <a:fillRect/>
            </a:stretch>
          </p:blipFill>
          <p:spPr>
            <a:xfrm>
              <a:off x="9550401" y="3688081"/>
              <a:ext cx="2641599" cy="3169919"/>
            </a:xfrm>
            <a:prstGeom prst="rect">
              <a:avLst/>
            </a:prstGeom>
          </p:spPr>
        </p:pic>
      </p:grpSp>
      <p:sp>
        <p:nvSpPr>
          <p:cNvPr id="2" name="Title Placeholder 1">
            <a:extLst>
              <a:ext uri="{FF2B5EF4-FFF2-40B4-BE49-F238E27FC236}">
                <a16:creationId xmlns:a16="http://schemas.microsoft.com/office/drawing/2014/main" id="{A37A061B-E2D0-062A-8997-8B6BC4ABED45}"/>
              </a:ext>
            </a:extLst>
          </p:cNvPr>
          <p:cNvSpPr>
            <a:spLocks noGrp="1"/>
          </p:cNvSpPr>
          <p:nvPr>
            <p:ph type="title"/>
          </p:nvPr>
        </p:nvSpPr>
        <p:spPr>
          <a:xfrm>
            <a:off x="609600" y="457200"/>
            <a:ext cx="10972800" cy="914400"/>
          </a:xfrm>
          <a:prstGeom prst="rect">
            <a:avLst/>
          </a:prstGeom>
        </p:spPr>
        <p:txBody>
          <a:bodyPr vert="horz" lIns="91440" tIns="45720" rIns="91440" bIns="45720" rtlCol="0" anchor="b" anchorCtr="0">
            <a:noAutofit/>
          </a:bodyPr>
          <a:lstStyle/>
          <a:p>
            <a:endParaRPr lang="en-US"/>
          </a:p>
        </p:txBody>
      </p:sp>
      <p:sp>
        <p:nvSpPr>
          <p:cNvPr id="3" name="Text Placeholder 2">
            <a:extLst>
              <a:ext uri="{FF2B5EF4-FFF2-40B4-BE49-F238E27FC236}">
                <a16:creationId xmlns:a16="http://schemas.microsoft.com/office/drawing/2014/main" id="{A6652739-D66F-AA7A-6920-E8A8EA46811A}"/>
              </a:ext>
            </a:extLst>
          </p:cNvPr>
          <p:cNvSpPr>
            <a:spLocks noGrp="1"/>
          </p:cNvSpPr>
          <p:nvPr>
            <p:ph type="body" idx="1"/>
          </p:nvPr>
        </p:nvSpPr>
        <p:spPr>
          <a:xfrm>
            <a:off x="609600" y="1593851"/>
            <a:ext cx="10972800" cy="4197349"/>
          </a:xfrm>
          <a:prstGeom prst="rect">
            <a:avLst/>
          </a:prstGeom>
          <a:noFill/>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19654C-F683-C04E-AC9E-E1AB426C28A6}"/>
              </a:ext>
            </a:extLst>
          </p:cNvPr>
          <p:cNvSpPr>
            <a:spLocks noGrp="1"/>
          </p:cNvSpPr>
          <p:nvPr>
            <p:ph type="dt" sz="half" idx="2"/>
          </p:nvPr>
        </p:nvSpPr>
        <p:spPr>
          <a:xfrm>
            <a:off x="8380413" y="5943600"/>
            <a:ext cx="3089211" cy="914400"/>
          </a:xfrm>
          <a:prstGeom prst="rect">
            <a:avLst/>
          </a:prstGeom>
        </p:spPr>
        <p:txBody>
          <a:bodyPr vert="horz" lIns="91440" tIns="265176" rIns="1005840" bIns="91440" rtlCol="0" anchor="t" anchorCtr="0"/>
          <a:lstStyle>
            <a:lvl1pPr algn="l">
              <a:defRPr sz="1600" b="0">
                <a:solidFill>
                  <a:schemeClr val="tx2"/>
                </a:solidFill>
              </a:defRPr>
            </a:lvl1pPr>
          </a:lstStyle>
          <a:p>
            <a:fld id="{9E944EA1-8BCD-964C-87E6-31892231A579}" type="datetime1">
              <a:rPr lang="en-US" smtClean="0"/>
              <a:t>3/31/2026</a:t>
            </a:fld>
            <a:endParaRPr lang="en-US"/>
          </a:p>
        </p:txBody>
      </p:sp>
      <p:sp>
        <p:nvSpPr>
          <p:cNvPr id="5" name="Footer Placeholder 4">
            <a:extLst>
              <a:ext uri="{FF2B5EF4-FFF2-40B4-BE49-F238E27FC236}">
                <a16:creationId xmlns:a16="http://schemas.microsoft.com/office/drawing/2014/main" id="{0CDEAB10-171B-90F2-7CFE-E58935A2E6BA}"/>
              </a:ext>
            </a:extLst>
          </p:cNvPr>
          <p:cNvSpPr>
            <a:spLocks noGrp="1"/>
          </p:cNvSpPr>
          <p:nvPr>
            <p:ph type="ftr" sz="quarter" idx="3"/>
          </p:nvPr>
        </p:nvSpPr>
        <p:spPr>
          <a:xfrm>
            <a:off x="3354388" y="5943600"/>
            <a:ext cx="5026025" cy="914400"/>
          </a:xfrm>
          <a:prstGeom prst="rect">
            <a:avLst/>
          </a:prstGeom>
        </p:spPr>
        <p:txBody>
          <a:bodyPr vert="horz" lIns="548640" tIns="265176" rIns="182880" bIns="91440" rtlCol="0" anchor="t" anchorCtr="0"/>
          <a:lstStyle>
            <a:lvl1pPr algn="l">
              <a:defRPr sz="1600" b="0" i="0">
                <a:solidFill>
                  <a:schemeClr val="tx2"/>
                </a:solidFill>
                <a:latin typeface="+mn-lt"/>
                <a:cs typeface="Arial Narrow"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710E1D52-E2F8-EB1B-5C28-22BEBDFE9AEA}"/>
              </a:ext>
            </a:extLst>
          </p:cNvPr>
          <p:cNvSpPr>
            <a:spLocks noGrp="1"/>
          </p:cNvSpPr>
          <p:nvPr>
            <p:ph type="sldNum" sz="quarter" idx="4"/>
          </p:nvPr>
        </p:nvSpPr>
        <p:spPr>
          <a:xfrm>
            <a:off x="11469624" y="5943600"/>
            <a:ext cx="722376" cy="914400"/>
          </a:xfrm>
          <a:prstGeom prst="rect">
            <a:avLst/>
          </a:prstGeom>
        </p:spPr>
        <p:txBody>
          <a:bodyPr vert="horz" lIns="91440" tIns="265176" rIns="91440" bIns="91440" rtlCol="0" anchor="t" anchorCtr="0"/>
          <a:lstStyle>
            <a:lvl1pPr algn="ctr">
              <a:defRPr sz="1600" b="1" i="0">
                <a:solidFill>
                  <a:srgbClr val="F0F0F0"/>
                </a:solidFill>
                <a:latin typeface="Arial" panose="020B0604020202020204" pitchFamily="34" charset="0"/>
                <a:cs typeface="Arial" panose="020B0604020202020204" pitchFamily="34" charset="0"/>
              </a:defRPr>
            </a:lvl1pPr>
          </a:lstStyle>
          <a:p>
            <a:fld id="{3E1D1B55-F3E9-1242-8F18-D40061936871}" type="slidenum">
              <a:rPr lang="en-US" smtClean="0"/>
              <a:pPr/>
              <a:t>‹#›</a:t>
            </a:fld>
            <a:endParaRPr lang="en-US"/>
          </a:p>
        </p:txBody>
      </p:sp>
      <p:pic>
        <p:nvPicPr>
          <p:cNvPr id="24" name="Penn State Mark on Light BG" descr="Penn State University mark">
            <a:extLst>
              <a:ext uri="{FF2B5EF4-FFF2-40B4-BE49-F238E27FC236}">
                <a16:creationId xmlns:a16="http://schemas.microsoft.com/office/drawing/2014/main" id="{4FF244CC-1E2C-0F93-5B63-C9B4115A944D}"/>
              </a:ext>
              <a:ext uri="{C183D7F6-B498-43B3-948B-1728B52AA6E4}">
                <adec:decorative xmlns:adec="http://schemas.microsoft.com/office/drawing/2017/decorative" val="0"/>
              </a:ext>
            </a:extLst>
          </p:cNvPr>
          <p:cNvPicPr>
            <a:picLocks noChangeAspect="1"/>
          </p:cNvPicPr>
          <p:nvPr userDrawn="1"/>
        </p:nvPicPr>
        <p:blipFill>
          <a:blip r:embed="rId14"/>
          <a:srcRect/>
          <a:stretch/>
        </p:blipFill>
        <p:spPr>
          <a:xfrm>
            <a:off x="493044" y="6013529"/>
            <a:ext cx="1709112" cy="782048"/>
          </a:xfrm>
          <a:prstGeom prst="rect">
            <a:avLst/>
          </a:prstGeom>
        </p:spPr>
      </p:pic>
    </p:spTree>
    <p:extLst>
      <p:ext uri="{BB962C8B-B14F-4D97-AF65-F5344CB8AC3E}">
        <p14:creationId xmlns:p14="http://schemas.microsoft.com/office/powerpoint/2010/main" val="94105904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2" r:id="rId3"/>
    <p:sldLayoutId id="2147483656" r:id="rId4"/>
    <p:sldLayoutId id="2147483657" r:id="rId5"/>
    <p:sldLayoutId id="2147483675" r:id="rId6"/>
    <p:sldLayoutId id="2147483673" r:id="rId7"/>
    <p:sldLayoutId id="2147483674" r:id="rId8"/>
    <p:sldLayoutId id="2147483655" r:id="rId9"/>
    <p:sldLayoutId id="2147483658" r:id="rId10"/>
    <p:sldLayoutId id="2147483659" r:id="rId11"/>
  </p:sldLayoutIdLst>
  <p:hf hdr="0" ftr="0" dt="0"/>
  <p:txStyles>
    <p:titleStyle>
      <a:lvl1pPr algn="l" defTabSz="914400" rtl="0" eaLnBrk="1" latinLnBrk="0" hangingPunct="1">
        <a:lnSpc>
          <a:spcPct val="80000"/>
        </a:lnSpc>
        <a:spcBef>
          <a:spcPct val="0"/>
        </a:spcBef>
        <a:buNone/>
        <a:defRPr sz="3200" b="1" kern="1200">
          <a:solidFill>
            <a:schemeClr val="tx2"/>
          </a:solidFill>
          <a:latin typeface="+mj-lt"/>
          <a:ea typeface="+mj-ea"/>
          <a:cs typeface="+mj-cs"/>
        </a:defRPr>
      </a:lvl1pPr>
    </p:titleStyle>
    <p:bodyStyle>
      <a:lvl1pPr marL="201168" indent="-201168" algn="l" defTabSz="914400" rtl="0" eaLnBrk="1" latinLnBrk="0" hangingPunct="1">
        <a:lnSpc>
          <a:spcPct val="90000"/>
        </a:lnSpc>
        <a:spcBef>
          <a:spcPts val="2000"/>
        </a:spcBef>
        <a:buClr>
          <a:schemeClr val="tx2"/>
        </a:buClr>
        <a:buFont typeface="Wingdings" pitchFamily="2" charset="2"/>
        <a:buChar char="§"/>
        <a:defRPr sz="2800" kern="1200">
          <a:solidFill>
            <a:schemeClr val="tx1"/>
          </a:solidFill>
          <a:latin typeface="+mn-lt"/>
          <a:ea typeface="+mn-ea"/>
          <a:cs typeface="+mn-cs"/>
        </a:defRPr>
      </a:lvl1pPr>
      <a:lvl2pPr marL="594360" indent="-18288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2pPr>
      <a:lvl3pPr marL="1051560" indent="-137160" algn="l" defTabSz="914400" rtl="0" eaLnBrk="1" latinLnBrk="0" hangingPunct="1">
        <a:lnSpc>
          <a:spcPct val="90000"/>
        </a:lnSpc>
        <a:spcBef>
          <a:spcPts val="1100"/>
        </a:spcBef>
        <a:buClr>
          <a:schemeClr val="tx2"/>
        </a:buClr>
        <a:buFont typeface="Arial" panose="020B0604020202020204" pitchFamily="34" charset="0"/>
        <a:buChar char="•"/>
        <a:defRPr sz="2400" kern="1200">
          <a:solidFill>
            <a:schemeClr val="tx1"/>
          </a:solidFill>
          <a:latin typeface="+mn-lt"/>
          <a:ea typeface="+mn-ea"/>
          <a:cs typeface="+mn-cs"/>
        </a:defRPr>
      </a:lvl3pPr>
      <a:lvl4pPr marL="141732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4pPr>
      <a:lvl5pPr marL="196596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2B7E6"/>
          </p15:clr>
        </p15:guide>
        <p15:guide id="2" pos="7680" userDrawn="1">
          <p15:clr>
            <a:srgbClr val="A2B7E6"/>
          </p15:clr>
        </p15:guide>
        <p15:guide id="3" pos="384" userDrawn="1">
          <p15:clr>
            <a:srgbClr val="A2B7E6"/>
          </p15:clr>
        </p15:guide>
        <p15:guide id="4" pos="672" userDrawn="1">
          <p15:clr>
            <a:srgbClr val="A2B7E6"/>
          </p15:clr>
        </p15:guide>
        <p15:guide id="5" pos="960" userDrawn="1">
          <p15:clr>
            <a:srgbClr val="A2B7E6"/>
          </p15:clr>
        </p15:guide>
        <p15:guide id="6" pos="1248" userDrawn="1">
          <p15:clr>
            <a:srgbClr val="A2B7E6"/>
          </p15:clr>
        </p15:guide>
        <p15:guide id="7" pos="1536" userDrawn="1">
          <p15:clr>
            <a:srgbClr val="A2B7E6"/>
          </p15:clr>
        </p15:guide>
        <p15:guide id="8" pos="1824" userDrawn="1">
          <p15:clr>
            <a:srgbClr val="A2B7E6"/>
          </p15:clr>
        </p15:guide>
        <p15:guide id="9" pos="2112" userDrawn="1">
          <p15:clr>
            <a:srgbClr val="A2B7E6"/>
          </p15:clr>
        </p15:guide>
        <p15:guide id="10" pos="2400" userDrawn="1">
          <p15:clr>
            <a:srgbClr val="A2B7E6"/>
          </p15:clr>
        </p15:guide>
        <p15:guide id="11" pos="2688" userDrawn="1">
          <p15:clr>
            <a:srgbClr val="A2B7E6"/>
          </p15:clr>
        </p15:guide>
        <p15:guide id="12" pos="2976" userDrawn="1">
          <p15:clr>
            <a:srgbClr val="A2B7E6"/>
          </p15:clr>
        </p15:guide>
        <p15:guide id="13" pos="3264" userDrawn="1">
          <p15:clr>
            <a:srgbClr val="A2B7E6"/>
          </p15:clr>
        </p15:guide>
        <p15:guide id="14" pos="3552" userDrawn="1">
          <p15:clr>
            <a:srgbClr val="A2B7E6"/>
          </p15:clr>
        </p15:guide>
        <p15:guide id="15" pos="3840" userDrawn="1">
          <p15:clr>
            <a:srgbClr val="A2B7E6"/>
          </p15:clr>
        </p15:guide>
        <p15:guide id="16" pos="4127" userDrawn="1">
          <p15:clr>
            <a:srgbClr val="A2B7E6"/>
          </p15:clr>
        </p15:guide>
        <p15:guide id="17" pos="4415" userDrawn="1">
          <p15:clr>
            <a:srgbClr val="A2B7E6"/>
          </p15:clr>
        </p15:guide>
        <p15:guide id="18" pos="4703" userDrawn="1">
          <p15:clr>
            <a:srgbClr val="A2B7E6"/>
          </p15:clr>
        </p15:guide>
        <p15:guide id="19" pos="4991" userDrawn="1">
          <p15:clr>
            <a:srgbClr val="A2B7E6"/>
          </p15:clr>
        </p15:guide>
        <p15:guide id="20" pos="5279" userDrawn="1">
          <p15:clr>
            <a:srgbClr val="A2B7E6"/>
          </p15:clr>
        </p15:guide>
        <p15:guide id="21" pos="5567" userDrawn="1">
          <p15:clr>
            <a:srgbClr val="A2B7E6"/>
          </p15:clr>
        </p15:guide>
        <p15:guide id="22" pos="5855" userDrawn="1">
          <p15:clr>
            <a:srgbClr val="A2B7E6"/>
          </p15:clr>
        </p15:guide>
        <p15:guide id="23" pos="6144" userDrawn="1">
          <p15:clr>
            <a:srgbClr val="A2B7E6"/>
          </p15:clr>
        </p15:guide>
        <p15:guide id="24" pos="6431" userDrawn="1">
          <p15:clr>
            <a:srgbClr val="A2B7E6"/>
          </p15:clr>
        </p15:guide>
        <p15:guide id="25" pos="6719" userDrawn="1">
          <p15:clr>
            <a:srgbClr val="A2B7E6"/>
          </p15:clr>
        </p15:guide>
        <p15:guide id="26" pos="7007" userDrawn="1">
          <p15:clr>
            <a:srgbClr val="A2B7E6"/>
          </p15:clr>
        </p15:guide>
        <p15:guide id="27" pos="7295" userDrawn="1">
          <p15:clr>
            <a:srgbClr val="A2B7E6"/>
          </p15:clr>
        </p15:guide>
        <p15:guide id="28" orient="horz" userDrawn="1">
          <p15:clr>
            <a:srgbClr val="A2B7E6"/>
          </p15:clr>
        </p15:guide>
        <p15:guide id="29" orient="horz" pos="4320" userDrawn="1">
          <p15:clr>
            <a:srgbClr val="A2B7E6"/>
          </p15:clr>
        </p15:guide>
        <p15:guide id="30" orient="horz" pos="426" userDrawn="1">
          <p15:clr>
            <a:srgbClr val="A2B7E6"/>
          </p15:clr>
        </p15:guide>
        <p15:guide id="31" orient="horz" pos="1004" userDrawn="1">
          <p15:clr>
            <a:srgbClr val="A2B7E6"/>
          </p15:clr>
        </p15:guide>
        <p15:guide id="32" orient="horz" pos="1582" userDrawn="1">
          <p15:clr>
            <a:srgbClr val="A2B7E6"/>
          </p15:clr>
        </p15:guide>
        <p15:guide id="33" orient="horz" pos="2160" userDrawn="1">
          <p15:clr>
            <a:srgbClr val="A2B7E6"/>
          </p15:clr>
        </p15:guide>
        <p15:guide id="34" orient="horz" pos="2737" userDrawn="1">
          <p15:clr>
            <a:srgbClr val="A2B7E6"/>
          </p15:clr>
        </p15:guide>
        <p15:guide id="35" orient="horz" pos="3315" userDrawn="1">
          <p15:clr>
            <a:srgbClr val="A2B7E6"/>
          </p15:clr>
        </p15:guide>
        <p15:guide id="36" orient="horz" pos="3893" userDrawn="1">
          <p15:clr>
            <a:srgbClr val="A2B7E6"/>
          </p15:clr>
        </p15:guide>
        <p15:guide id="37"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oursesub.psu.edu/"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D8_B5F81564.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DA_354E037A.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F2308-0E50-8ADA-7E87-DA529A587BA1}"/>
              </a:ext>
            </a:extLst>
          </p:cNvPr>
          <p:cNvSpPr>
            <a:spLocks noGrp="1"/>
          </p:cNvSpPr>
          <p:nvPr>
            <p:ph type="ctrTitle"/>
          </p:nvPr>
        </p:nvSpPr>
        <p:spPr>
          <a:xfrm>
            <a:off x="1066800" y="0"/>
            <a:ext cx="10363200" cy="4688681"/>
          </a:xfrm>
        </p:spPr>
        <p:txBody>
          <a:bodyPr anchor="b">
            <a:noAutofit/>
          </a:bodyPr>
          <a:lstStyle/>
          <a:p>
            <a:r>
              <a:rPr lang="en-US" sz="8800"/>
              <a:t>Course Substitution</a:t>
            </a:r>
            <a:endParaRPr lang="en-US"/>
          </a:p>
        </p:txBody>
      </p:sp>
      <p:sp>
        <p:nvSpPr>
          <p:cNvPr id="3" name="Subtitle 2">
            <a:extLst>
              <a:ext uri="{FF2B5EF4-FFF2-40B4-BE49-F238E27FC236}">
                <a16:creationId xmlns:a16="http://schemas.microsoft.com/office/drawing/2014/main" id="{DFB878C3-F16B-E672-8DFE-29E069EBEAEE}"/>
              </a:ext>
            </a:extLst>
          </p:cNvPr>
          <p:cNvSpPr>
            <a:spLocks noGrp="1"/>
          </p:cNvSpPr>
          <p:nvPr>
            <p:ph type="subTitle" idx="1"/>
          </p:nvPr>
        </p:nvSpPr>
        <p:spPr>
          <a:xfrm>
            <a:off x="1066800" y="4780756"/>
            <a:ext cx="9601200" cy="1274762"/>
          </a:xfrm>
        </p:spPr>
        <p:txBody>
          <a:bodyPr>
            <a:normAutofit/>
          </a:bodyPr>
          <a:lstStyle/>
          <a:p>
            <a:r>
              <a:rPr lang="en-US"/>
              <a:t>A Guide for Students</a:t>
            </a:r>
          </a:p>
        </p:txBody>
      </p:sp>
      <p:sp>
        <p:nvSpPr>
          <p:cNvPr id="9" name="Rectangle 8" descr="Rectangle shape labeled “Basic”">
            <a:extLst>
              <a:ext uri="{FF2B5EF4-FFF2-40B4-BE49-F238E27FC236}">
                <a16:creationId xmlns:a16="http://schemas.microsoft.com/office/drawing/2014/main" id="{D47FDAB2-75FF-DAA9-67EA-1553A91A11FC}"/>
              </a:ext>
              <a:ext uri="{C183D7F6-B498-43B3-948B-1728B52AA6E4}">
                <adec:decorative xmlns:adec="http://schemas.microsoft.com/office/drawing/2017/decorative" val="0"/>
              </a:ext>
            </a:extLst>
          </p:cNvPr>
          <p:cNvSpPr/>
          <p:nvPr/>
        </p:nvSpPr>
        <p:spPr>
          <a:xfrm>
            <a:off x="7924800" y="0"/>
            <a:ext cx="3200400" cy="1219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bIns="182880" rtlCol="0" anchor="ctr"/>
          <a:lstStyle/>
          <a:p>
            <a:pPr algn="ctr"/>
            <a:r>
              <a:rPr lang="en-US" sz="6600" b="1">
                <a:solidFill>
                  <a:schemeClr val="tx2"/>
                </a:solidFill>
                <a:latin typeface="+mj-lt"/>
              </a:rPr>
              <a:t>EECS</a:t>
            </a:r>
          </a:p>
        </p:txBody>
      </p:sp>
    </p:spTree>
    <p:extLst>
      <p:ext uri="{BB962C8B-B14F-4D97-AF65-F5344CB8AC3E}">
        <p14:creationId xmlns:p14="http://schemas.microsoft.com/office/powerpoint/2010/main" val="319886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2293-6E97-01C2-D6F6-AF89E388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92D98-5346-C436-6638-C891877FB037}"/>
              </a:ext>
            </a:extLst>
          </p:cNvPr>
          <p:cNvSpPr>
            <a:spLocks noGrp="1"/>
          </p:cNvSpPr>
          <p:nvPr>
            <p:ph type="title"/>
          </p:nvPr>
        </p:nvSpPr>
        <p:spPr>
          <a:xfrm>
            <a:off x="609600" y="457200"/>
            <a:ext cx="10972800" cy="914400"/>
          </a:xfrm>
        </p:spPr>
        <p:txBody>
          <a:bodyPr/>
          <a:lstStyle/>
          <a:p>
            <a:r>
              <a:rPr lang="en-US"/>
              <a:t>Overview</a:t>
            </a:r>
          </a:p>
        </p:txBody>
      </p:sp>
      <p:sp>
        <p:nvSpPr>
          <p:cNvPr id="3" name="Content Placeholder 2">
            <a:extLst>
              <a:ext uri="{FF2B5EF4-FFF2-40B4-BE49-F238E27FC236}">
                <a16:creationId xmlns:a16="http://schemas.microsoft.com/office/drawing/2014/main" id="{04264482-8871-58D0-6AD0-A7FF2D79CAE6}"/>
              </a:ext>
            </a:extLst>
          </p:cNvPr>
          <p:cNvSpPr>
            <a:spLocks noGrp="1"/>
          </p:cNvSpPr>
          <p:nvPr>
            <p:ph idx="1"/>
          </p:nvPr>
        </p:nvSpPr>
        <p:spPr>
          <a:xfrm>
            <a:off x="1066800" y="1825625"/>
            <a:ext cx="10056813" cy="3736975"/>
          </a:xfrm>
        </p:spPr>
        <p:txBody>
          <a:bodyPr vert="horz" lIns="91440" tIns="45720" rIns="91440" bIns="45720" rtlCol="0" anchor="t">
            <a:normAutofit/>
          </a:bodyPr>
          <a:lstStyle/>
          <a:p>
            <a:pPr marL="200660" indent="-200660"/>
            <a:r>
              <a:rPr lang="en-US">
                <a:ea typeface="+mn-lt"/>
                <a:cs typeface="+mn-lt"/>
                <a:hlinkClick r:id="rId3"/>
              </a:rPr>
              <a:t>https://coursesub.psu.edu/</a:t>
            </a:r>
            <a:endParaRPr lang="en-US">
              <a:ea typeface="+mn-lt"/>
              <a:cs typeface="+mn-lt"/>
            </a:endParaRPr>
          </a:p>
          <a:p>
            <a:pPr marL="200660" indent="-200660"/>
            <a:r>
              <a:rPr lang="en-US"/>
              <a:t>Site for course substitutions and transfer credits</a:t>
            </a:r>
          </a:p>
        </p:txBody>
      </p:sp>
      <p:sp>
        <p:nvSpPr>
          <p:cNvPr id="6" name="Slide Number Placeholder 5">
            <a:extLst>
              <a:ext uri="{FF2B5EF4-FFF2-40B4-BE49-F238E27FC236}">
                <a16:creationId xmlns:a16="http://schemas.microsoft.com/office/drawing/2014/main" id="{65F6C791-DB01-3830-AD0C-B5C014B5293B}"/>
              </a:ext>
            </a:extLst>
          </p:cNvPr>
          <p:cNvSpPr>
            <a:spLocks noGrp="1"/>
          </p:cNvSpPr>
          <p:nvPr>
            <p:ph type="sldNum" sz="quarter" idx="12"/>
          </p:nvPr>
        </p:nvSpPr>
        <p:spPr>
          <a:xfrm>
            <a:off x="11469624" y="5943600"/>
            <a:ext cx="722376" cy="914400"/>
          </a:xfrm>
        </p:spPr>
        <p:txBody>
          <a:bodyPr/>
          <a:lstStyle/>
          <a:p>
            <a:fld id="{3E1D1B55-F3E9-1242-8F18-D40061936871}" type="slidenum">
              <a:rPr lang="en-US" smtClean="0"/>
              <a:pPr/>
              <a:t>2</a:t>
            </a:fld>
            <a:endParaRPr lang="en-US"/>
          </a:p>
        </p:txBody>
      </p:sp>
      <p:pic>
        <p:nvPicPr>
          <p:cNvPr id="4" name="Picture 3" descr="A screenshot of a computer&#10;&#10;AI-generated content may be incorrect.">
            <a:extLst>
              <a:ext uri="{FF2B5EF4-FFF2-40B4-BE49-F238E27FC236}">
                <a16:creationId xmlns:a16="http://schemas.microsoft.com/office/drawing/2014/main" id="{C096A8EC-B566-D85E-2AC9-3D4E65DA86CD}"/>
              </a:ext>
            </a:extLst>
          </p:cNvPr>
          <p:cNvPicPr>
            <a:picLocks noChangeAspect="1"/>
          </p:cNvPicPr>
          <p:nvPr/>
        </p:nvPicPr>
        <p:blipFill>
          <a:blip r:embed="rId4"/>
          <a:stretch>
            <a:fillRect/>
          </a:stretch>
        </p:blipFill>
        <p:spPr>
          <a:xfrm>
            <a:off x="1066800" y="3428674"/>
            <a:ext cx="9337431" cy="2145975"/>
          </a:xfrm>
          <a:prstGeom prst="rect">
            <a:avLst/>
          </a:prstGeom>
        </p:spPr>
      </p:pic>
      <p:pic>
        <p:nvPicPr>
          <p:cNvPr id="5" name="Graphic 4" descr="Arrow Up with solid fill">
            <a:extLst>
              <a:ext uri="{FF2B5EF4-FFF2-40B4-BE49-F238E27FC236}">
                <a16:creationId xmlns:a16="http://schemas.microsoft.com/office/drawing/2014/main" id="{D1B3BFBE-FD68-598A-F230-BEAA8F7F2D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380893" y="3235570"/>
            <a:ext cx="914400" cy="914400"/>
          </a:xfrm>
          <a:prstGeom prst="rect">
            <a:avLst/>
          </a:prstGeom>
        </p:spPr>
      </p:pic>
    </p:spTree>
    <p:extLst>
      <p:ext uri="{BB962C8B-B14F-4D97-AF65-F5344CB8AC3E}">
        <p14:creationId xmlns:p14="http://schemas.microsoft.com/office/powerpoint/2010/main" val="128560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41138-5708-6F5A-9AD9-505E77C6B025}"/>
              </a:ext>
            </a:extLst>
          </p:cNvPr>
          <p:cNvSpPr>
            <a:spLocks noGrp="1"/>
          </p:cNvSpPr>
          <p:nvPr>
            <p:ph type="title"/>
          </p:nvPr>
        </p:nvSpPr>
        <p:spPr>
          <a:xfrm>
            <a:off x="609600" y="457200"/>
            <a:ext cx="10972800" cy="914400"/>
          </a:xfrm>
        </p:spPr>
        <p:txBody>
          <a:bodyPr anchor="b">
            <a:normAutofit/>
          </a:bodyPr>
          <a:lstStyle/>
          <a:p>
            <a:r>
              <a:rPr lang="en-US"/>
              <a:t>Select the Program</a:t>
            </a:r>
          </a:p>
        </p:txBody>
      </p:sp>
      <p:sp>
        <p:nvSpPr>
          <p:cNvPr id="6" name="Slide Number Placeholder 5">
            <a:extLst>
              <a:ext uri="{FF2B5EF4-FFF2-40B4-BE49-F238E27FC236}">
                <a16:creationId xmlns:a16="http://schemas.microsoft.com/office/drawing/2014/main" id="{04639555-41F8-3849-4AC1-8024B714791E}"/>
              </a:ext>
            </a:extLst>
          </p:cNvPr>
          <p:cNvSpPr>
            <a:spLocks noGrp="1"/>
          </p:cNvSpPr>
          <p:nvPr>
            <p:ph type="sldNum" sz="quarter" idx="12"/>
          </p:nvPr>
        </p:nvSpPr>
        <p:spPr>
          <a:xfrm>
            <a:off x="11469624" y="5943600"/>
            <a:ext cx="722376" cy="914400"/>
          </a:xfrm>
        </p:spPr>
        <p:txBody>
          <a:bodyPr anchor="t">
            <a:normAutofit/>
          </a:bodyPr>
          <a:lstStyle/>
          <a:p>
            <a:pPr>
              <a:spcAft>
                <a:spcPts val="600"/>
              </a:spcAft>
            </a:pPr>
            <a:fld id="{3E1D1B55-F3E9-1242-8F18-D40061936871}" type="slidenum">
              <a:rPr lang="en-US" smtClean="0"/>
              <a:pPr>
                <a:spcAft>
                  <a:spcPts val="600"/>
                </a:spcAft>
              </a:pPr>
              <a:t>3</a:t>
            </a:fld>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DFB8F93D-2FCB-9F96-D2E0-E2A3C50E521D}"/>
              </a:ext>
            </a:extLst>
          </p:cNvPr>
          <p:cNvPicPr>
            <a:picLocks noGrp="1" noChangeAspect="1"/>
          </p:cNvPicPr>
          <p:nvPr>
            <p:ph sz="half" idx="1"/>
          </p:nvPr>
        </p:nvPicPr>
        <p:blipFill>
          <a:blip r:embed="rId3"/>
          <a:stretch>
            <a:fillRect/>
          </a:stretch>
        </p:blipFill>
        <p:spPr>
          <a:xfrm>
            <a:off x="865615" y="1713865"/>
            <a:ext cx="5226415" cy="4311405"/>
          </a:xfrm>
          <a:prstGeom prst="rect">
            <a:avLst/>
          </a:prstGeom>
          <a:noFill/>
        </p:spPr>
      </p:pic>
      <p:sp>
        <p:nvSpPr>
          <p:cNvPr id="10" name="TextBox 9">
            <a:extLst>
              <a:ext uri="{FF2B5EF4-FFF2-40B4-BE49-F238E27FC236}">
                <a16:creationId xmlns:a16="http://schemas.microsoft.com/office/drawing/2014/main" id="{DD5FBEDF-9FAC-21CA-6385-A286E6E7412A}"/>
              </a:ext>
            </a:extLst>
          </p:cNvPr>
          <p:cNvSpPr txBox="1"/>
          <p:nvPr/>
        </p:nvSpPr>
        <p:spPr>
          <a:xfrm>
            <a:off x="6786880" y="1686560"/>
            <a:ext cx="48361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Select the program that you need to make a substitution for</a:t>
            </a:r>
          </a:p>
        </p:txBody>
      </p:sp>
    </p:spTree>
    <p:extLst>
      <p:ext uri="{BB962C8B-B14F-4D97-AF65-F5344CB8AC3E}">
        <p14:creationId xmlns:p14="http://schemas.microsoft.com/office/powerpoint/2010/main" val="856214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A1AF6-0142-402D-7F1B-A5DAC6E54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1A97E-0C56-B097-0B35-DBBB1C065705}"/>
              </a:ext>
            </a:extLst>
          </p:cNvPr>
          <p:cNvSpPr>
            <a:spLocks noGrp="1"/>
          </p:cNvSpPr>
          <p:nvPr>
            <p:ph type="title"/>
          </p:nvPr>
        </p:nvSpPr>
        <p:spPr>
          <a:xfrm>
            <a:off x="609600" y="457200"/>
            <a:ext cx="10972800" cy="914400"/>
          </a:xfrm>
        </p:spPr>
        <p:txBody>
          <a:bodyPr anchor="b">
            <a:normAutofit/>
          </a:bodyPr>
          <a:lstStyle/>
          <a:p>
            <a:r>
              <a:rPr lang="en-US"/>
              <a:t>Types of Request – Gen Ed</a:t>
            </a:r>
          </a:p>
        </p:txBody>
      </p:sp>
      <p:pic>
        <p:nvPicPr>
          <p:cNvPr id="7" name="Content Placeholder 6" descr="A screenshot of a computer&#10;&#10;AI-generated content may be incorrect.">
            <a:extLst>
              <a:ext uri="{FF2B5EF4-FFF2-40B4-BE49-F238E27FC236}">
                <a16:creationId xmlns:a16="http://schemas.microsoft.com/office/drawing/2014/main" id="{1E06DF32-D503-CDD5-3394-A9CE83E31EDF}"/>
              </a:ext>
            </a:extLst>
          </p:cNvPr>
          <p:cNvPicPr>
            <a:picLocks noGrp="1" noChangeAspect="1"/>
          </p:cNvPicPr>
          <p:nvPr>
            <p:ph sz="half" idx="1"/>
          </p:nvPr>
        </p:nvPicPr>
        <p:blipFill>
          <a:blip r:embed="rId3"/>
          <a:stretch>
            <a:fillRect/>
          </a:stretch>
        </p:blipFill>
        <p:spPr>
          <a:xfrm>
            <a:off x="161707" y="1827994"/>
            <a:ext cx="5913352" cy="2665436"/>
          </a:xfrm>
          <a:prstGeom prst="rect">
            <a:avLst/>
          </a:prstGeom>
          <a:noFill/>
        </p:spPr>
      </p:pic>
      <p:sp>
        <p:nvSpPr>
          <p:cNvPr id="12" name="Content Placeholder 3">
            <a:extLst>
              <a:ext uri="{FF2B5EF4-FFF2-40B4-BE49-F238E27FC236}">
                <a16:creationId xmlns:a16="http://schemas.microsoft.com/office/drawing/2014/main" id="{79F56B79-AFAD-1650-F072-832ED364CC17}"/>
              </a:ext>
            </a:extLst>
          </p:cNvPr>
          <p:cNvSpPr>
            <a:spLocks noGrp="1"/>
          </p:cNvSpPr>
          <p:nvPr>
            <p:ph sz="half" idx="2"/>
          </p:nvPr>
        </p:nvSpPr>
        <p:spPr>
          <a:xfrm>
            <a:off x="6553842" y="1406817"/>
            <a:ext cx="5029201" cy="4973624"/>
          </a:xfrm>
        </p:spPr>
        <p:txBody>
          <a:bodyPr vert="horz" lIns="91440" tIns="45720" rIns="91440" bIns="45720" rtlCol="0" anchor="t">
            <a:normAutofit/>
          </a:bodyPr>
          <a:lstStyle/>
          <a:p>
            <a:pPr marL="0" indent="0">
              <a:buNone/>
            </a:pPr>
            <a:r>
              <a:rPr lang="en-US">
                <a:ea typeface="+mn-lt"/>
                <a:cs typeface="+mn-lt"/>
              </a:rPr>
              <a:t>When to use this: Only use this if a General Education course you have already taken is not automatically showing up in your degree audit. </a:t>
            </a:r>
          </a:p>
          <a:p>
            <a:pPr marL="0" indent="0">
              <a:buNone/>
            </a:pPr>
            <a:r>
              <a:rPr lang="en-US">
                <a:ea typeface="+mn-lt"/>
                <a:cs typeface="+mn-lt"/>
              </a:rPr>
              <a:t>Note: If the course is appearing in your audit but in the wrong Gen Ed category (e.g., it's counting as GA but you need it as GH), use this form to request the swap.</a:t>
            </a:r>
            <a:endParaRPr lang="en-US"/>
          </a:p>
        </p:txBody>
      </p:sp>
      <p:sp>
        <p:nvSpPr>
          <p:cNvPr id="6" name="Slide Number Placeholder 5">
            <a:extLst>
              <a:ext uri="{FF2B5EF4-FFF2-40B4-BE49-F238E27FC236}">
                <a16:creationId xmlns:a16="http://schemas.microsoft.com/office/drawing/2014/main" id="{E04FF8D3-7A72-7019-1717-7FFA7334B324}"/>
              </a:ext>
            </a:extLst>
          </p:cNvPr>
          <p:cNvSpPr>
            <a:spLocks noGrp="1"/>
          </p:cNvSpPr>
          <p:nvPr>
            <p:ph type="sldNum" sz="quarter" idx="12"/>
          </p:nvPr>
        </p:nvSpPr>
        <p:spPr>
          <a:xfrm>
            <a:off x="11469624" y="5943600"/>
            <a:ext cx="722376" cy="914400"/>
          </a:xfrm>
        </p:spPr>
        <p:txBody>
          <a:bodyPr anchor="t">
            <a:normAutofit/>
          </a:bodyPr>
          <a:lstStyle/>
          <a:p>
            <a:pPr>
              <a:spcAft>
                <a:spcPts val="600"/>
              </a:spcAft>
            </a:pPr>
            <a:fld id="{3E1D1B55-F3E9-1242-8F18-D40061936871}" type="slidenum">
              <a:rPr lang="en-US" smtClean="0"/>
              <a:pPr>
                <a:spcAft>
                  <a:spcPts val="600"/>
                </a:spcAft>
              </a:pPr>
              <a:t>4</a:t>
            </a:fld>
            <a:endParaRPr lang="en-US"/>
          </a:p>
        </p:txBody>
      </p:sp>
    </p:spTree>
    <p:extLst>
      <p:ext uri="{BB962C8B-B14F-4D97-AF65-F5344CB8AC3E}">
        <p14:creationId xmlns:p14="http://schemas.microsoft.com/office/powerpoint/2010/main" val="252542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B5D1F-081F-B2F9-2860-1D4640BD7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1E2D7-E2B6-620E-19E7-DC51100A9B82}"/>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a:t>Types of Request - Major/Option</a:t>
            </a:r>
          </a:p>
        </p:txBody>
      </p:sp>
      <p:sp>
        <p:nvSpPr>
          <p:cNvPr id="6" name="Slide Number Placeholder 5">
            <a:extLst>
              <a:ext uri="{FF2B5EF4-FFF2-40B4-BE49-F238E27FC236}">
                <a16:creationId xmlns:a16="http://schemas.microsoft.com/office/drawing/2014/main" id="{D70FB249-0150-1D37-B885-24627B53D4AE}"/>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5</a:t>
            </a:fld>
            <a:endParaRPr lang="en-US"/>
          </a:p>
        </p:txBody>
      </p:sp>
      <p:pic>
        <p:nvPicPr>
          <p:cNvPr id="8" name="Picture 7" descr="A white paper with black text&#10;&#10;AI-generated content may be incorrect.">
            <a:extLst>
              <a:ext uri="{FF2B5EF4-FFF2-40B4-BE49-F238E27FC236}">
                <a16:creationId xmlns:a16="http://schemas.microsoft.com/office/drawing/2014/main" id="{A0526202-39E6-560F-A158-4A77D1C5975B}"/>
              </a:ext>
            </a:extLst>
          </p:cNvPr>
          <p:cNvPicPr>
            <a:picLocks noChangeAspect="1"/>
          </p:cNvPicPr>
          <p:nvPr/>
        </p:nvPicPr>
        <p:blipFill>
          <a:blip r:embed="rId4"/>
          <a:stretch>
            <a:fillRect/>
          </a:stretch>
        </p:blipFill>
        <p:spPr>
          <a:xfrm>
            <a:off x="260225" y="2333863"/>
            <a:ext cx="6090143" cy="2599109"/>
          </a:xfrm>
          <a:prstGeom prst="rect">
            <a:avLst/>
          </a:prstGeom>
        </p:spPr>
      </p:pic>
      <p:sp>
        <p:nvSpPr>
          <p:cNvPr id="11" name="Content Placeholder 3">
            <a:extLst>
              <a:ext uri="{FF2B5EF4-FFF2-40B4-BE49-F238E27FC236}">
                <a16:creationId xmlns:a16="http://schemas.microsoft.com/office/drawing/2014/main" id="{AA7B4760-8804-E794-EDC3-60C81817B575}"/>
              </a:ext>
            </a:extLst>
          </p:cNvPr>
          <p:cNvSpPr txBox="1">
            <a:spLocks/>
          </p:cNvSpPr>
          <p:nvPr/>
        </p:nvSpPr>
        <p:spPr>
          <a:xfrm>
            <a:off x="6497079" y="122674"/>
            <a:ext cx="5697237" cy="6746386"/>
          </a:xfrm>
          <a:prstGeom prst="rect">
            <a:avLst/>
          </a:prstGeom>
          <a:noFill/>
        </p:spPr>
        <p:txBody>
          <a:bodyPr vert="horz" lIns="91440" tIns="45720" rIns="91440" bIns="45720" rtlCol="0" anchor="t">
            <a:normAutofit fontScale="40000" lnSpcReduction="20000"/>
          </a:bodyPr>
          <a:lstStyle>
            <a:lvl1pPr marL="201168" indent="-201168" algn="l" defTabSz="914400" rtl="0" eaLnBrk="1" latinLnBrk="0" hangingPunct="1">
              <a:lnSpc>
                <a:spcPct val="90000"/>
              </a:lnSpc>
              <a:spcBef>
                <a:spcPts val="2000"/>
              </a:spcBef>
              <a:buClr>
                <a:schemeClr val="tx2"/>
              </a:buClr>
              <a:buFont typeface="Wingdings" pitchFamily="2" charset="2"/>
              <a:buChar char="§"/>
              <a:defRPr sz="2400" kern="1200">
                <a:solidFill>
                  <a:schemeClr val="tx1"/>
                </a:solidFill>
                <a:latin typeface="+mn-lt"/>
                <a:ea typeface="+mn-ea"/>
                <a:cs typeface="+mn-cs"/>
              </a:defRPr>
            </a:lvl1pPr>
            <a:lvl2pPr marL="594360" indent="-18288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2pPr>
            <a:lvl3pPr marL="1051560" indent="-137160" algn="l" defTabSz="914400" rtl="0" eaLnBrk="1" latinLnBrk="0" hangingPunct="1">
              <a:lnSpc>
                <a:spcPct val="90000"/>
              </a:lnSpc>
              <a:spcBef>
                <a:spcPts val="1100"/>
              </a:spcBef>
              <a:buClr>
                <a:schemeClr val="tx2"/>
              </a:buClr>
              <a:buFont typeface="Arial" panose="020B0604020202020204" pitchFamily="34" charset="0"/>
              <a:buChar char="•"/>
              <a:defRPr sz="2400" kern="1200">
                <a:solidFill>
                  <a:schemeClr val="tx1"/>
                </a:solidFill>
                <a:latin typeface="+mn-lt"/>
                <a:ea typeface="+mn-ea"/>
                <a:cs typeface="+mn-cs"/>
              </a:defRPr>
            </a:lvl3pPr>
            <a:lvl4pPr marL="141732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4pPr>
            <a:lvl5pPr marL="196596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ea typeface="+mn-lt"/>
                <a:cs typeface="+mn-lt"/>
              </a:rPr>
              <a:t>MOST COMMON REQUESTS!</a:t>
            </a:r>
          </a:p>
          <a:p>
            <a:pPr marL="0" indent="0">
              <a:buNone/>
            </a:pPr>
            <a:r>
              <a:rPr lang="en-US" b="1">
                <a:ea typeface="+mn-lt"/>
                <a:cs typeface="+mn-lt"/>
              </a:rPr>
              <a:t>Examples:</a:t>
            </a:r>
          </a:p>
          <a:p>
            <a:pPr marL="200660" indent="-200660">
              <a:buNone/>
            </a:pPr>
            <a:r>
              <a:rPr lang="en-US" b="1">
                <a:ea typeface="+mn-lt"/>
                <a:cs typeface="+mn-lt"/>
              </a:rPr>
              <a:t>Petitioning 400 level and 4 credit elective</a:t>
            </a:r>
            <a:r>
              <a:rPr lang="en-US" b="1" dirty="0">
                <a:ea typeface="+mn-lt"/>
                <a:cs typeface="+mn-lt"/>
              </a:rPr>
              <a:t> (or Dept List) to count as FYS"</a:t>
            </a:r>
            <a:endParaRPr lang="en-US"/>
          </a:p>
          <a:p>
            <a:pPr marL="200660" indent="-200660">
              <a:buFont typeface="Arial"/>
              <a:buChar char="•"/>
            </a:pPr>
            <a:r>
              <a:rPr lang="en-US" b="1">
                <a:ea typeface="+mn-lt"/>
                <a:cs typeface="+mn-lt"/>
              </a:rPr>
              <a:t>Step 1:</a:t>
            </a:r>
            <a:r>
              <a:rPr lang="en-US">
                <a:ea typeface="+mn-lt"/>
                <a:cs typeface="+mn-lt"/>
              </a:rPr>
              <a:t> Select </a:t>
            </a:r>
            <a:r>
              <a:rPr lang="en-US" b="1">
                <a:ea typeface="+mn-lt"/>
                <a:cs typeface="+mn-lt"/>
              </a:rPr>
              <a:t>Major/Option</a:t>
            </a:r>
            <a:r>
              <a:rPr lang="en-US">
                <a:ea typeface="+mn-lt"/>
                <a:cs typeface="+mn-lt"/>
              </a:rPr>
              <a:t> (Do NOT use the University "FYS" button).</a:t>
            </a:r>
            <a:endParaRPr lang="en-US"/>
          </a:p>
          <a:p>
            <a:pPr marL="200660" indent="-200660">
              <a:buFont typeface="Arial"/>
              <a:buChar char="•"/>
            </a:pPr>
            <a:r>
              <a:rPr lang="en-US" b="1">
                <a:ea typeface="+mn-lt"/>
                <a:cs typeface="+mn-lt"/>
              </a:rPr>
              <a:t>Step 2:</a:t>
            </a:r>
            <a:r>
              <a:rPr lang="en-US">
                <a:ea typeface="+mn-lt"/>
                <a:cs typeface="+mn-lt"/>
              </a:rPr>
              <a:t> Choose "Something else not covered by the above options".</a:t>
            </a:r>
            <a:endParaRPr lang="en-US"/>
          </a:p>
          <a:p>
            <a:pPr marL="200660" indent="-200660">
              <a:buFont typeface="Arial"/>
              <a:buChar char="•"/>
            </a:pPr>
            <a:r>
              <a:rPr lang="en-US" b="1">
                <a:ea typeface="+mn-lt"/>
                <a:cs typeface="+mn-lt"/>
              </a:rPr>
              <a:t>Step 3:</a:t>
            </a:r>
            <a:r>
              <a:rPr lang="en-US">
                <a:ea typeface="+mn-lt"/>
                <a:cs typeface="+mn-lt"/>
              </a:rPr>
              <a:t> In the explanation box, explicitly mention the course (or the specific Dept List course).</a:t>
            </a:r>
            <a:endParaRPr lang="en-US"/>
          </a:p>
          <a:p>
            <a:pPr marL="200660" indent="-200660">
              <a:buFont typeface="Arial"/>
              <a:buChar char="•"/>
            </a:pPr>
            <a:r>
              <a:rPr lang="en-US" b="1">
                <a:ea typeface="+mn-lt"/>
                <a:cs typeface="+mn-lt"/>
              </a:rPr>
              <a:t>Step 4:</a:t>
            </a:r>
            <a:r>
              <a:rPr lang="en-US">
                <a:ea typeface="+mn-lt"/>
                <a:cs typeface="+mn-lt"/>
              </a:rPr>
              <a:t> Select "A course on my transcript" and choose the specific course</a:t>
            </a:r>
          </a:p>
          <a:p>
            <a:pPr marL="0" indent="0">
              <a:buNone/>
            </a:pPr>
            <a:r>
              <a:rPr lang="en-US" b="1">
                <a:ea typeface="+mn-lt"/>
                <a:cs typeface="+mn-lt"/>
              </a:rPr>
              <a:t>Natural Science Petitions</a:t>
            </a:r>
            <a:endParaRPr lang="en-US"/>
          </a:p>
          <a:p>
            <a:pPr marL="200660" indent="-200660">
              <a:buFont typeface="Arial"/>
              <a:buChar char="•"/>
            </a:pPr>
            <a:r>
              <a:rPr lang="en-US" b="1">
                <a:ea typeface="+mn-lt"/>
                <a:cs typeface="+mn-lt"/>
              </a:rPr>
              <a:t>Use Case:</a:t>
            </a:r>
            <a:r>
              <a:rPr lang="en-US">
                <a:ea typeface="+mn-lt"/>
                <a:cs typeface="+mn-lt"/>
              </a:rPr>
              <a:t> Moving an extra 1 credit of Natural Science to satisfy FYS or Department List requirements.</a:t>
            </a:r>
            <a:endParaRPr lang="en-US"/>
          </a:p>
          <a:p>
            <a:pPr marL="200660" indent="-200660">
              <a:buFont typeface="Arial"/>
              <a:buChar char="•"/>
            </a:pPr>
            <a:r>
              <a:rPr lang="en-US" b="1">
                <a:ea typeface="+mn-lt"/>
                <a:cs typeface="+mn-lt"/>
              </a:rPr>
              <a:t>Action:</a:t>
            </a:r>
            <a:r>
              <a:rPr lang="en-US">
                <a:ea typeface="+mn-lt"/>
                <a:cs typeface="+mn-lt"/>
              </a:rPr>
              <a:t> Follow the same steps as above (Select "Something else not covered").</a:t>
            </a:r>
          </a:p>
          <a:p>
            <a:pPr marL="0" indent="0">
              <a:buNone/>
            </a:pPr>
            <a:r>
              <a:rPr lang="en-US" b="1">
                <a:ea typeface="+mn-lt"/>
                <a:cs typeface="+mn-lt"/>
              </a:rPr>
              <a:t>AP Computer Science A for CMPSC 131</a:t>
            </a:r>
            <a:endParaRPr lang="en-US"/>
          </a:p>
          <a:p>
            <a:pPr marL="200660" indent="-200660">
              <a:buFont typeface="Arial"/>
              <a:buChar char="•"/>
            </a:pPr>
            <a:r>
              <a:rPr lang="en-US" b="1">
                <a:ea typeface="+mn-lt"/>
                <a:cs typeface="+mn-lt"/>
              </a:rPr>
              <a:t>Action:</a:t>
            </a:r>
            <a:r>
              <a:rPr lang="en-US">
                <a:ea typeface="+mn-lt"/>
                <a:cs typeface="+mn-lt"/>
              </a:rPr>
              <a:t> Use this tab to apply AP CMPSC credits to your major requirements.</a:t>
            </a:r>
            <a:endParaRPr lang="en-US"/>
          </a:p>
          <a:p>
            <a:pPr marL="0" indent="0">
              <a:buNone/>
            </a:pPr>
            <a:r>
              <a:rPr lang="en-US" b="1"/>
              <a:t>Missing CMPSC 131 Requirement despite taking it</a:t>
            </a:r>
          </a:p>
          <a:p>
            <a:pPr marL="0" indent="0">
              <a:buNone/>
            </a:pPr>
            <a:r>
              <a:rPr lang="en-US" b="1"/>
              <a:t>ENGL 202H for ENGL 202C</a:t>
            </a:r>
          </a:p>
          <a:p>
            <a:pPr marL="0" indent="0">
              <a:buNone/>
            </a:pPr>
            <a:r>
              <a:rPr lang="en-US" b="1" dirty="0"/>
              <a:t>Must file petition for Foreign Language Req (will be eliminated after </a:t>
            </a:r>
            <a:r>
              <a:rPr lang="en-US" b="1" dirty="0" err="1"/>
              <a:t>Sp</a:t>
            </a:r>
            <a:r>
              <a:rPr lang="en-US" b="1" dirty="0"/>
              <a:t> 27)</a:t>
            </a:r>
          </a:p>
          <a:p>
            <a:pPr marL="0" indent="0">
              <a:buNone/>
            </a:pPr>
            <a:r>
              <a:rPr lang="en-US" b="1"/>
              <a:t>Remember to attach your transcript!!</a:t>
            </a:r>
          </a:p>
          <a:p>
            <a:pPr marL="0" indent="0">
              <a:buNone/>
            </a:pPr>
            <a:r>
              <a:rPr lang="en-US" sz="2500" b="1" dirty="0"/>
              <a:t>Must file petition for </a:t>
            </a:r>
            <a:r>
              <a:rPr lang="en-US" b="1" dirty="0"/>
              <a:t>Supporting Courses</a:t>
            </a:r>
            <a:r>
              <a:rPr lang="en-US" sz="2500" b="1" dirty="0"/>
              <a:t> (will be eliminated after </a:t>
            </a:r>
            <a:r>
              <a:rPr lang="en-US" sz="2500" b="1" dirty="0" err="1"/>
              <a:t>Sp</a:t>
            </a:r>
            <a:r>
              <a:rPr lang="en-US" sz="2500" b="1" dirty="0"/>
              <a:t> 27)</a:t>
            </a:r>
            <a:endParaRPr lang="en-US" sz="2500" dirty="0">
              <a:solidFill>
                <a:srgbClr val="000000"/>
              </a:solidFill>
            </a:endParaRPr>
          </a:p>
          <a:p>
            <a:pPr marL="0" indent="0">
              <a:buNone/>
            </a:pPr>
            <a:r>
              <a:rPr lang="en-US" sz="2500" b="1"/>
              <a:t>Petition </a:t>
            </a:r>
            <a:r>
              <a:rPr lang="en-US" sz="2500" b="1" i="1" u="sng"/>
              <a:t>BEFORE </a:t>
            </a:r>
            <a:r>
              <a:rPr lang="en-US" sz="2500"/>
              <a:t>you take them</a:t>
            </a:r>
            <a:r>
              <a:rPr lang="en-US" sz="2500" b="1" dirty="0"/>
              <a:t> </a:t>
            </a:r>
          </a:p>
          <a:p>
            <a:pPr marL="0" indent="0">
              <a:buNone/>
            </a:pPr>
            <a:endParaRPr lang="en-US" b="1"/>
          </a:p>
          <a:p>
            <a:pPr marL="0" indent="0">
              <a:buNone/>
            </a:pPr>
            <a:endParaRPr lang="en-US"/>
          </a:p>
        </p:txBody>
      </p:sp>
    </p:spTree>
    <p:extLst>
      <p:ext uri="{BB962C8B-B14F-4D97-AF65-F5344CB8AC3E}">
        <p14:creationId xmlns:p14="http://schemas.microsoft.com/office/powerpoint/2010/main" val="305293450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64D29-5DB0-592D-5543-4D3E326DE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5A860-F45B-54EB-48B1-73018719AD75}"/>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a:t>Types of Request - University Requirement/FYS</a:t>
            </a:r>
          </a:p>
        </p:txBody>
      </p:sp>
      <p:sp>
        <p:nvSpPr>
          <p:cNvPr id="6" name="Slide Number Placeholder 5">
            <a:extLst>
              <a:ext uri="{FF2B5EF4-FFF2-40B4-BE49-F238E27FC236}">
                <a16:creationId xmlns:a16="http://schemas.microsoft.com/office/drawing/2014/main" id="{BB908AB7-9BE6-26FD-0A71-D6CC51C17B10}"/>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6</a:t>
            </a:fld>
            <a:endParaRPr lang="en-US"/>
          </a:p>
        </p:txBody>
      </p:sp>
      <p:sp>
        <p:nvSpPr>
          <p:cNvPr id="11" name="Content Placeholder 3">
            <a:extLst>
              <a:ext uri="{FF2B5EF4-FFF2-40B4-BE49-F238E27FC236}">
                <a16:creationId xmlns:a16="http://schemas.microsoft.com/office/drawing/2014/main" id="{B58998FE-34FA-307F-AB23-3A685D5E0915}"/>
              </a:ext>
            </a:extLst>
          </p:cNvPr>
          <p:cNvSpPr txBox="1">
            <a:spLocks/>
          </p:cNvSpPr>
          <p:nvPr/>
        </p:nvSpPr>
        <p:spPr>
          <a:xfrm>
            <a:off x="6799525" y="1504510"/>
            <a:ext cx="5029201" cy="4973624"/>
          </a:xfrm>
          <a:prstGeom prst="rect">
            <a:avLst/>
          </a:prstGeom>
          <a:noFill/>
        </p:spPr>
        <p:txBody>
          <a:bodyPr vert="horz" lIns="91440" tIns="45720" rIns="91440" bIns="45720" rtlCol="0" anchor="t">
            <a:normAutofit/>
          </a:bodyPr>
          <a:lstStyle>
            <a:lvl1pPr marL="201168" indent="-201168" algn="l" defTabSz="914400" rtl="0" eaLnBrk="1" latinLnBrk="0" hangingPunct="1">
              <a:lnSpc>
                <a:spcPct val="90000"/>
              </a:lnSpc>
              <a:spcBef>
                <a:spcPts val="2000"/>
              </a:spcBef>
              <a:buClr>
                <a:schemeClr val="tx2"/>
              </a:buClr>
              <a:buFont typeface="Wingdings" pitchFamily="2" charset="2"/>
              <a:buChar char="§"/>
              <a:defRPr sz="2400" kern="1200">
                <a:solidFill>
                  <a:schemeClr val="tx1"/>
                </a:solidFill>
                <a:latin typeface="+mn-lt"/>
                <a:ea typeface="+mn-ea"/>
                <a:cs typeface="+mn-cs"/>
              </a:defRPr>
            </a:lvl1pPr>
            <a:lvl2pPr marL="594360" indent="-18288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2pPr>
            <a:lvl3pPr marL="1051560" indent="-137160" algn="l" defTabSz="914400" rtl="0" eaLnBrk="1" latinLnBrk="0" hangingPunct="1">
              <a:lnSpc>
                <a:spcPct val="90000"/>
              </a:lnSpc>
              <a:spcBef>
                <a:spcPts val="1100"/>
              </a:spcBef>
              <a:buClr>
                <a:schemeClr val="tx2"/>
              </a:buClr>
              <a:buFont typeface="Arial" panose="020B0604020202020204" pitchFamily="34" charset="0"/>
              <a:buChar char="•"/>
              <a:defRPr sz="2400" kern="1200">
                <a:solidFill>
                  <a:schemeClr val="tx1"/>
                </a:solidFill>
                <a:latin typeface="+mn-lt"/>
                <a:ea typeface="+mn-ea"/>
                <a:cs typeface="+mn-cs"/>
              </a:defRPr>
            </a:lvl3pPr>
            <a:lvl4pPr marL="141732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4pPr>
            <a:lvl5pPr marL="196596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ea typeface="+mn-lt"/>
                <a:cs typeface="+mn-lt"/>
              </a:rPr>
              <a:t>DO NOT use </a:t>
            </a:r>
            <a:r>
              <a:rPr lang="en-US"/>
              <a:t>FYS option after major declaration, please consult advisor.</a:t>
            </a:r>
          </a:p>
          <a:p>
            <a:pPr marL="0" indent="0">
              <a:buNone/>
            </a:pPr>
            <a:r>
              <a:rPr lang="en-US">
                <a:ea typeface="+mn-lt"/>
                <a:cs typeface="+mn-lt"/>
              </a:rPr>
              <a:t>When to use this: Only use this button if you missed taking an FYS in your first year, but you successfully took a valid FYS course (like ENGR 100) in your second year and need it applied to the requirement.</a:t>
            </a:r>
            <a:endParaRPr lang="en-US"/>
          </a:p>
        </p:txBody>
      </p:sp>
      <p:pic>
        <p:nvPicPr>
          <p:cNvPr id="3" name="Picture 2" descr="A white background with black text&#10;&#10;AI-generated content may be incorrect.">
            <a:extLst>
              <a:ext uri="{FF2B5EF4-FFF2-40B4-BE49-F238E27FC236}">
                <a16:creationId xmlns:a16="http://schemas.microsoft.com/office/drawing/2014/main" id="{20217A03-8618-4243-B4C3-E264BBADCB77}"/>
              </a:ext>
            </a:extLst>
          </p:cNvPr>
          <p:cNvPicPr>
            <a:picLocks noChangeAspect="1"/>
          </p:cNvPicPr>
          <p:nvPr/>
        </p:nvPicPr>
        <p:blipFill>
          <a:blip r:embed="rId3"/>
          <a:stretch>
            <a:fillRect/>
          </a:stretch>
        </p:blipFill>
        <p:spPr>
          <a:xfrm>
            <a:off x="174453" y="2542984"/>
            <a:ext cx="6375640" cy="1775245"/>
          </a:xfrm>
          <a:prstGeom prst="rect">
            <a:avLst/>
          </a:prstGeom>
        </p:spPr>
      </p:pic>
    </p:spTree>
    <p:extLst>
      <p:ext uri="{BB962C8B-B14F-4D97-AF65-F5344CB8AC3E}">
        <p14:creationId xmlns:p14="http://schemas.microsoft.com/office/powerpoint/2010/main" val="2698535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F38A-9375-7E32-C810-8A72C1654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C0E86-7843-31A5-D2DB-DB1CF730C709}"/>
              </a:ext>
            </a:extLst>
          </p:cNvPr>
          <p:cNvSpPr>
            <a:spLocks noGrp="1"/>
          </p:cNvSpPr>
          <p:nvPr>
            <p:ph type="title"/>
          </p:nvPr>
        </p:nvSpPr>
        <p:spPr>
          <a:xfrm>
            <a:off x="609600" y="457200"/>
            <a:ext cx="10972800" cy="914400"/>
          </a:xfrm>
        </p:spPr>
        <p:txBody>
          <a:bodyPr vert="horz" lIns="91440" tIns="45720" rIns="91440" bIns="45720" rtlCol="0" anchor="b" anchorCtr="0">
            <a:normAutofit/>
          </a:bodyPr>
          <a:lstStyle/>
          <a:p>
            <a:r>
              <a:rPr lang="en-US"/>
              <a:t>Types of Request – Other</a:t>
            </a:r>
          </a:p>
        </p:txBody>
      </p:sp>
      <p:sp>
        <p:nvSpPr>
          <p:cNvPr id="6" name="Slide Number Placeholder 5">
            <a:extLst>
              <a:ext uri="{FF2B5EF4-FFF2-40B4-BE49-F238E27FC236}">
                <a16:creationId xmlns:a16="http://schemas.microsoft.com/office/drawing/2014/main" id="{07251B16-0C38-5FC6-FC19-410FCFAC9FAB}"/>
              </a:ext>
            </a:extLst>
          </p:cNvPr>
          <p:cNvSpPr>
            <a:spLocks noGrp="1"/>
          </p:cNvSpPr>
          <p:nvPr>
            <p:ph type="sldNum" sz="quarter" idx="12"/>
          </p:nvPr>
        </p:nvSpPr>
        <p:spPr>
          <a:xfrm>
            <a:off x="11469624" y="5943600"/>
            <a:ext cx="722376" cy="914400"/>
          </a:xfrm>
        </p:spPr>
        <p:txBody>
          <a:bodyPr vert="horz" lIns="91440" tIns="265176" rIns="91440" bIns="91440" rtlCol="0" anchor="t" anchorCtr="0">
            <a:normAutofit/>
          </a:bodyPr>
          <a:lstStyle/>
          <a:p>
            <a:pPr>
              <a:spcAft>
                <a:spcPts val="600"/>
              </a:spcAft>
            </a:pPr>
            <a:fld id="{3E1D1B55-F3E9-1242-8F18-D40061936871}" type="slidenum">
              <a:rPr lang="en-US" smtClean="0"/>
              <a:pPr>
                <a:spcAft>
                  <a:spcPts val="600"/>
                </a:spcAft>
              </a:pPr>
              <a:t>7</a:t>
            </a:fld>
            <a:endParaRPr lang="en-US"/>
          </a:p>
        </p:txBody>
      </p:sp>
      <p:pic>
        <p:nvPicPr>
          <p:cNvPr id="4" name="Picture 3" descr="A white rectangular object with black text&#10;&#10;AI-generated content may be incorrect.">
            <a:extLst>
              <a:ext uri="{FF2B5EF4-FFF2-40B4-BE49-F238E27FC236}">
                <a16:creationId xmlns:a16="http://schemas.microsoft.com/office/drawing/2014/main" id="{61F7DD6C-BC8F-5489-F15A-18486C9AF7E3}"/>
              </a:ext>
            </a:extLst>
          </p:cNvPr>
          <p:cNvPicPr>
            <a:picLocks noChangeAspect="1"/>
          </p:cNvPicPr>
          <p:nvPr/>
        </p:nvPicPr>
        <p:blipFill>
          <a:blip r:embed="rId4"/>
          <a:stretch>
            <a:fillRect/>
          </a:stretch>
        </p:blipFill>
        <p:spPr>
          <a:xfrm>
            <a:off x="164726" y="2507316"/>
            <a:ext cx="6241677" cy="1852333"/>
          </a:xfrm>
          <a:prstGeom prst="rect">
            <a:avLst/>
          </a:prstGeom>
        </p:spPr>
      </p:pic>
      <p:sp>
        <p:nvSpPr>
          <p:cNvPr id="7" name="Content Placeholder 3">
            <a:extLst>
              <a:ext uri="{FF2B5EF4-FFF2-40B4-BE49-F238E27FC236}">
                <a16:creationId xmlns:a16="http://schemas.microsoft.com/office/drawing/2014/main" id="{C8E37647-03BE-F95D-8C37-64A913CCB3C4}"/>
              </a:ext>
            </a:extLst>
          </p:cNvPr>
          <p:cNvSpPr txBox="1">
            <a:spLocks/>
          </p:cNvSpPr>
          <p:nvPr/>
        </p:nvSpPr>
        <p:spPr>
          <a:xfrm>
            <a:off x="6553842" y="1406817"/>
            <a:ext cx="5029201" cy="4973624"/>
          </a:xfrm>
          <a:prstGeom prst="rect">
            <a:avLst/>
          </a:prstGeom>
          <a:noFill/>
        </p:spPr>
        <p:txBody>
          <a:bodyPr vert="horz" lIns="91440" tIns="45720" rIns="91440" bIns="45720" rtlCol="0" anchor="t">
            <a:normAutofit/>
          </a:bodyPr>
          <a:lstStyle>
            <a:lvl1pPr marL="201168" indent="-201168" algn="l" defTabSz="914400" rtl="0" eaLnBrk="1" latinLnBrk="0" hangingPunct="1">
              <a:lnSpc>
                <a:spcPct val="90000"/>
              </a:lnSpc>
              <a:spcBef>
                <a:spcPts val="2000"/>
              </a:spcBef>
              <a:buClr>
                <a:schemeClr val="tx2"/>
              </a:buClr>
              <a:buFont typeface="Wingdings" pitchFamily="2" charset="2"/>
              <a:buChar char="§"/>
              <a:defRPr sz="2400" kern="1200">
                <a:solidFill>
                  <a:schemeClr val="tx1"/>
                </a:solidFill>
                <a:latin typeface="+mn-lt"/>
                <a:ea typeface="+mn-ea"/>
                <a:cs typeface="+mn-cs"/>
              </a:defRPr>
            </a:lvl1pPr>
            <a:lvl2pPr marL="594360" indent="-18288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2pPr>
            <a:lvl3pPr marL="1051560" indent="-137160" algn="l" defTabSz="914400" rtl="0" eaLnBrk="1" latinLnBrk="0" hangingPunct="1">
              <a:lnSpc>
                <a:spcPct val="90000"/>
              </a:lnSpc>
              <a:spcBef>
                <a:spcPts val="1100"/>
              </a:spcBef>
              <a:buClr>
                <a:schemeClr val="tx2"/>
              </a:buClr>
              <a:buFont typeface="Arial" panose="020B0604020202020204" pitchFamily="34" charset="0"/>
              <a:buChar char="•"/>
              <a:defRPr sz="2400" kern="1200">
                <a:solidFill>
                  <a:schemeClr val="tx1"/>
                </a:solidFill>
                <a:latin typeface="+mn-lt"/>
                <a:ea typeface="+mn-ea"/>
                <a:cs typeface="+mn-cs"/>
              </a:defRPr>
            </a:lvl3pPr>
            <a:lvl4pPr marL="141732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4pPr>
            <a:lvl5pPr marL="1965960" indent="-137160" algn="l" defTabSz="914400" rtl="0" eaLnBrk="1" latinLnBrk="0" hangingPunct="1">
              <a:lnSpc>
                <a:spcPct val="90000"/>
              </a:lnSpc>
              <a:spcBef>
                <a:spcPts val="800"/>
              </a:spcBef>
              <a:buClr>
                <a:schemeClr val="tx2"/>
              </a:buClr>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ea typeface="+mn-lt"/>
                <a:cs typeface="+mn-lt"/>
              </a:rPr>
              <a:t>This is primarily for complex exceptions, such as having too many transfer credits and needing a specific waiver (please be thorough)</a:t>
            </a:r>
          </a:p>
          <a:p>
            <a:pPr marL="0" indent="0">
              <a:buNone/>
            </a:pPr>
            <a:endParaRPr lang="en-US"/>
          </a:p>
          <a:p>
            <a:pPr marL="0" indent="0">
              <a:buNone/>
            </a:pPr>
            <a:r>
              <a:rPr lang="en-US">
                <a:ea typeface="+mn-lt"/>
                <a:cs typeface="+mn-lt"/>
              </a:rPr>
              <a:t>Most standard course substitutions should use the Major/Option tab instead!</a:t>
            </a:r>
          </a:p>
          <a:p>
            <a:pPr marL="0" indent="0">
              <a:buNone/>
            </a:pPr>
            <a:endParaRPr lang="en-US" dirty="0">
              <a:ea typeface="+mn-lt"/>
              <a:cs typeface="+mn-lt"/>
            </a:endParaRPr>
          </a:p>
          <a:p>
            <a:pPr marL="0" indent="0">
              <a:buNone/>
            </a:pPr>
            <a:r>
              <a:rPr lang="en-US">
                <a:ea typeface="+mn-lt"/>
                <a:cs typeface="+mn-lt"/>
              </a:rPr>
              <a:t>Just see your advisor!</a:t>
            </a:r>
            <a:endParaRPr lang="en-US" dirty="0">
              <a:ea typeface="+mn-lt"/>
              <a:cs typeface="+mn-lt"/>
            </a:endParaRPr>
          </a:p>
        </p:txBody>
      </p:sp>
    </p:spTree>
    <p:extLst>
      <p:ext uri="{BB962C8B-B14F-4D97-AF65-F5344CB8AC3E}">
        <p14:creationId xmlns:p14="http://schemas.microsoft.com/office/powerpoint/2010/main" val="894305146"/>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PSU Corner Shield Basic Theme">
  <a:themeElements>
    <a:clrScheme name="PSU Base Color Theme">
      <a:dk1>
        <a:srgbClr val="262626"/>
      </a:dk1>
      <a:lt1>
        <a:srgbClr val="FFFFFF"/>
      </a:lt1>
      <a:dk2>
        <a:srgbClr val="1E407C"/>
      </a:dk2>
      <a:lt2>
        <a:srgbClr val="CCF0FF"/>
      </a:lt2>
      <a:accent1>
        <a:srgbClr val="009CDE"/>
      </a:accent1>
      <a:accent2>
        <a:srgbClr val="1E407C"/>
      </a:accent2>
      <a:accent3>
        <a:srgbClr val="A2AAAD"/>
      </a:accent3>
      <a:accent4>
        <a:srgbClr val="96BEE6"/>
      </a:accent4>
      <a:accent5>
        <a:srgbClr val="3EA39E"/>
      </a:accent5>
      <a:accent6>
        <a:srgbClr val="304D64"/>
      </a:accent6>
      <a:hlink>
        <a:srgbClr val="005FA9"/>
      </a:hlink>
      <a:folHlink>
        <a:srgbClr val="AC8DCE"/>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2"/>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cmpd="sng">
          <a:solidFill>
            <a:schemeClr val="tx2"/>
          </a:solidFill>
          <a:tailEnd type="non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Corner-Shield_v03-02.pptx" id="{199CED2F-3E11-A249-A8A0-371F2253AE5A}" vid="{7D869A32-DE16-724D-AC64-F2155F6B84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64867D4D53E3D4DAEB8A24C74DE7595" ma:contentTypeVersion="3" ma:contentTypeDescription="Create a new document." ma:contentTypeScope="" ma:versionID="3682823a42a5037a20b4851e1f905552">
  <xsd:schema xmlns:xsd="http://www.w3.org/2001/XMLSchema" xmlns:xs="http://www.w3.org/2001/XMLSchema" xmlns:p="http://schemas.microsoft.com/office/2006/metadata/properties" xmlns:ns2="4d9f6107-874f-496d-bf21-da0a2196cbef" targetNamespace="http://schemas.microsoft.com/office/2006/metadata/properties" ma:root="true" ma:fieldsID="a6d4a9a2f336a5f2c1f9600babab959a" ns2:_="">
    <xsd:import namespace="4d9f6107-874f-496d-bf21-da0a2196cb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9f6107-874f-496d-bf21-da0a2196cb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3C5FBF-CEB1-4F21-9D6B-FCB7D4B4E063}">
  <ds:schemaRefs>
    <ds:schemaRef ds:uri="http://schemas.microsoft.com/sharepoint/v3/contenttype/forms"/>
  </ds:schemaRefs>
</ds:datastoreItem>
</file>

<file path=customXml/itemProps2.xml><?xml version="1.0" encoding="utf-8"?>
<ds:datastoreItem xmlns:ds="http://schemas.openxmlformats.org/officeDocument/2006/customXml" ds:itemID="{63C83BC7-AE5F-43EE-B82C-5758B69134B6}">
  <ds:schemaRefs>
    <ds:schemaRef ds:uri="28f5b418-f2c1-4a16-8283-c5ed56dbb9cc"/>
    <ds:schemaRef ds:uri="3c8fd356-1280-4d00-a910-3bff90828a90"/>
    <ds:schemaRef ds:uri="542b8847-f5d4-4c9f-bd30-657d16e5db1d"/>
    <ds:schemaRef ds:uri="c7c738f6-68ec-422e-b0e4-3523873f7ad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6BF408D-E64D-4855-8A7B-21E00AD4BBCD}"/>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PSU Corner Shield Basic Theme</Template>
  <Application>Microsoft Office PowerPoint</Application>
  <PresentationFormat>Widescreen</PresentationFormat>
  <Slides>7</Slides>
  <Notes>7</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PSU Corner Shield Basic Theme</vt:lpstr>
      <vt:lpstr>Course Substitution</vt:lpstr>
      <vt:lpstr>Overview</vt:lpstr>
      <vt:lpstr>Select the Program</vt:lpstr>
      <vt:lpstr>Types of Request – Gen Ed</vt:lpstr>
      <vt:lpstr>Types of Request - Major/Option</vt:lpstr>
      <vt:lpstr>Types of Request - University Requirement/FYS</vt:lpstr>
      <vt:lpstr>Types of Request – Other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Venugopal, Vishnu Mattakkattu</dc:creator>
  <cp:keywords>basic, brand, layout, Penn State, PowerPoint, presentation, template</cp:keywords>
  <dc:description/>
  <cp:revision>74</cp:revision>
  <cp:lastPrinted>2025-07-22T15:00:44Z</cp:lastPrinted>
  <dcterms:created xsi:type="dcterms:W3CDTF">2026-02-02T21:54:26Z</dcterms:created>
  <dcterms:modified xsi:type="dcterms:W3CDTF">2026-03-31T15:48:14Z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0x010100964867D4D53E3D4DAEB8A24C74DE7595</vt:lpwstr>
  </property>
  <property fmtid="{D5CDD505-2E9C-101B-9397-08002B2CF9AE}" pid="3" name="MediaServiceImageTags">
    <vt:lpwstr/>
  </property>
  <property fmtid="{D5CDD505-2E9C-101B-9397-08002B2CF9AE}" pid="4" name="Version">
    <vt:lpwstr>3.2</vt:lpwstr>
  </property>
</Properties>
</file>