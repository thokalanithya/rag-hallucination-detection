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omments/modernComment_1D9_D462BB90.xml" ContentType="application/vnd.ms-powerpoint.comments+xml"/>
  <Override PartName="/ppt/notesSlides/notesSlide7.xml" ContentType="application/vnd.openxmlformats-officedocument.presentationml.notesSlide+xml"/>
  <Override PartName="/ppt/comments/modernComment_1CE_9DA43EF7.xml" ContentType="application/vnd.ms-powerpoint.comment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omments/modernComment_1D2_40A7B023.xml" ContentType="application/vnd.ms-powerpoint.comments+xml"/>
  <Override PartName="/ppt/notesSlides/notesSlide10.xml" ContentType="application/vnd.openxmlformats-officedocument.presentationml.notesSlide+xml"/>
  <Override PartName="/ppt/comments/modernComment_1D3_E60BA4F3.xml" ContentType="application/vnd.ms-powerpoint.comments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  <p:sldMasterId id="2147483676" r:id="rId5"/>
  </p:sldMasterIdLst>
  <p:notesMasterIdLst>
    <p:notesMasterId r:id="rId17"/>
  </p:notesMasterIdLst>
  <p:handoutMasterIdLst>
    <p:handoutMasterId r:id="rId18"/>
  </p:handoutMasterIdLst>
  <p:sldIdLst>
    <p:sldId id="284" r:id="rId6"/>
    <p:sldId id="460" r:id="rId7"/>
    <p:sldId id="472" r:id="rId8"/>
    <p:sldId id="476" r:id="rId9"/>
    <p:sldId id="464" r:id="rId10"/>
    <p:sldId id="473" r:id="rId11"/>
    <p:sldId id="462" r:id="rId12"/>
    <p:sldId id="465" r:id="rId13"/>
    <p:sldId id="466" r:id="rId14"/>
    <p:sldId id="467" r:id="rId15"/>
    <p:sldId id="47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C474665-31D2-3B06-B015-10BD71C7522C}" name="Pagrut, Krishna Nitin" initials="PK" userId="S::knp5451@psu.edu::8d7da644-a16a-4440-b60c-20ab1796761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6BEE6"/>
    <a:srgbClr val="FFFFFF"/>
    <a:srgbClr val="009CDE"/>
    <a:srgbClr val="FFD200"/>
    <a:srgbClr val="1E407C"/>
    <a:srgbClr val="25324A"/>
    <a:srgbClr val="F0F0F0"/>
    <a:srgbClr val="000000"/>
    <a:srgbClr val="A3AAAE"/>
    <a:srgbClr val="C7CC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2D573F-7FC2-EDAA-4F1E-9354AF8C4E97}" v="3" dt="2026-02-26T16:52:56.857"/>
    <p1510:client id="{D7A55467-2A5A-9DCA-7892-141A50FE4C68}" v="2" dt="2026-02-25T21:21:05.512"/>
  </p1510:revLst>
</p1510:revInfo>
</file>

<file path=ppt/tableStyles.xml><?xml version="1.0" encoding="utf-8"?>
<a:tblStyleLst xmlns:a="http://schemas.openxmlformats.org/drawingml/2006/main" def="{D27102A9-8310-4765-A935-A1911B00CA5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pos="3840"/>
        <p:guide orient="horz" pos="2160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notesMaster" Target="notesMasters/notesMaster1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microsoft.com/office/2016/11/relationships/changesInfo" Target="changesInfos/changesInfo1.xml"/><Relationship Id="rId10" Type="http://schemas.openxmlformats.org/officeDocument/2006/relationships/slide" Target="slides/slide5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grut, Krishna Nitin" userId="S::knp5451@psu.edu::8d7da644-a16a-4440-b60c-20ab17967617" providerId="AD" clId="Web-{C6B71EAB-1307-1B7C-4ABE-DEBE1D70CBF5}"/>
    <pc:docChg chg="addSld modSld">
      <pc:chgData name="Pagrut, Krishna Nitin" userId="S::knp5451@psu.edu::8d7da644-a16a-4440-b60c-20ab17967617" providerId="AD" clId="Web-{C6B71EAB-1307-1B7C-4ABE-DEBE1D70CBF5}" dt="2026-02-02T22:24:11.032" v="179" actId="20577"/>
      <pc:docMkLst>
        <pc:docMk/>
      </pc:docMkLst>
      <pc:sldChg chg="modSp">
        <pc:chgData name="Pagrut, Krishna Nitin" userId="S::knp5451@psu.edu::8d7da644-a16a-4440-b60c-20ab17967617" providerId="AD" clId="Web-{C6B71EAB-1307-1B7C-4ABE-DEBE1D70CBF5}" dt="2026-02-02T22:17:11.235" v="76" actId="20577"/>
        <pc:sldMkLst>
          <pc:docMk/>
          <pc:sldMk cId="2644786935" sldId="462"/>
        </pc:sldMkLst>
        <pc:spChg chg="mod">
          <ac:chgData name="Pagrut, Krishna Nitin" userId="S::knp5451@psu.edu::8d7da644-a16a-4440-b60c-20ab17967617" providerId="AD" clId="Web-{C6B71EAB-1307-1B7C-4ABE-DEBE1D70CBF5}" dt="2026-02-02T22:16:47.907" v="64" actId="20577"/>
          <ac:spMkLst>
            <pc:docMk/>
            <pc:sldMk cId="2644786935" sldId="462"/>
            <ac:spMk id="2" creationId="{5BE3A37D-375C-ECB6-9CA4-108710013099}"/>
          </ac:spMkLst>
        </pc:spChg>
        <pc:spChg chg="mod">
          <ac:chgData name="Pagrut, Krishna Nitin" userId="S::knp5451@psu.edu::8d7da644-a16a-4440-b60c-20ab17967617" providerId="AD" clId="Web-{C6B71EAB-1307-1B7C-4ABE-DEBE1D70CBF5}" dt="2026-02-02T22:17:11.235" v="76" actId="20577"/>
          <ac:spMkLst>
            <pc:docMk/>
            <pc:sldMk cId="2644786935" sldId="462"/>
            <ac:spMk id="3" creationId="{49D18FDA-8CEB-F078-FF80-48FBCEDB8702}"/>
          </ac:spMkLst>
        </pc:spChg>
      </pc:sldChg>
      <pc:sldChg chg="addSp delSp modSp">
        <pc:chgData name="Pagrut, Krishna Nitin" userId="S::knp5451@psu.edu::8d7da644-a16a-4440-b60c-20ab17967617" providerId="AD" clId="Web-{C6B71EAB-1307-1B7C-4ABE-DEBE1D70CBF5}" dt="2026-02-02T22:16:30.313" v="62" actId="20577"/>
        <pc:sldMkLst>
          <pc:docMk/>
          <pc:sldMk cId="2047396859" sldId="464"/>
        </pc:sldMkLst>
        <pc:spChg chg="mod">
          <ac:chgData name="Pagrut, Krishna Nitin" userId="S::knp5451@psu.edu::8d7da644-a16a-4440-b60c-20ab17967617" providerId="AD" clId="Web-{C6B71EAB-1307-1B7C-4ABE-DEBE1D70CBF5}" dt="2026-02-02T22:15:00.204" v="26" actId="20577"/>
          <ac:spMkLst>
            <pc:docMk/>
            <pc:sldMk cId="2047396859" sldId="464"/>
            <ac:spMk id="2" creationId="{8C7B0AEF-A8B5-730E-01A4-D882E2A3DE6B}"/>
          </ac:spMkLst>
        </pc:spChg>
        <pc:spChg chg="mod">
          <ac:chgData name="Pagrut, Krishna Nitin" userId="S::knp5451@psu.edu::8d7da644-a16a-4440-b60c-20ab17967617" providerId="AD" clId="Web-{C6B71EAB-1307-1B7C-4ABE-DEBE1D70CBF5}" dt="2026-02-02T22:15:27.657" v="36" actId="20577"/>
          <ac:spMkLst>
            <pc:docMk/>
            <pc:sldMk cId="2047396859" sldId="464"/>
            <ac:spMk id="3" creationId="{E8BDBA82-F25D-401B-D814-840057CD0FAC}"/>
          </ac:spMkLst>
        </pc:spChg>
      </pc:sldChg>
      <pc:sldChg chg="modSp">
        <pc:chgData name="Pagrut, Krishna Nitin" userId="S::knp5451@psu.edu::8d7da644-a16a-4440-b60c-20ab17967617" providerId="AD" clId="Web-{C6B71EAB-1307-1B7C-4ABE-DEBE1D70CBF5}" dt="2026-02-02T22:18:10.032" v="88" actId="20577"/>
        <pc:sldMkLst>
          <pc:docMk/>
          <pc:sldMk cId="1945900794" sldId="465"/>
        </pc:sldMkLst>
        <pc:spChg chg="mod">
          <ac:chgData name="Pagrut, Krishna Nitin" userId="S::knp5451@psu.edu::8d7da644-a16a-4440-b60c-20ab17967617" providerId="AD" clId="Web-{C6B71EAB-1307-1B7C-4ABE-DEBE1D70CBF5}" dt="2026-02-02T22:17:29.938" v="78" actId="20577"/>
          <ac:spMkLst>
            <pc:docMk/>
            <pc:sldMk cId="1945900794" sldId="465"/>
            <ac:spMk id="2" creationId="{F421E2DA-E825-0C82-2EEE-1EA0A9052372}"/>
          </ac:spMkLst>
        </pc:spChg>
        <pc:spChg chg="mod">
          <ac:chgData name="Pagrut, Krishna Nitin" userId="S::knp5451@psu.edu::8d7da644-a16a-4440-b60c-20ab17967617" providerId="AD" clId="Web-{C6B71EAB-1307-1B7C-4ABE-DEBE1D70CBF5}" dt="2026-02-02T22:18:10.032" v="88" actId="20577"/>
          <ac:spMkLst>
            <pc:docMk/>
            <pc:sldMk cId="1945900794" sldId="465"/>
            <ac:spMk id="3" creationId="{98C92133-4A19-3995-DEE5-C4B4BB05A257}"/>
          </ac:spMkLst>
        </pc:spChg>
      </pc:sldChg>
      <pc:sldChg chg="modSp">
        <pc:chgData name="Pagrut, Krishna Nitin" userId="S::knp5451@psu.edu::8d7da644-a16a-4440-b60c-20ab17967617" providerId="AD" clId="Web-{C6B71EAB-1307-1B7C-4ABE-DEBE1D70CBF5}" dt="2026-02-02T22:18:59.297" v="106" actId="1076"/>
        <pc:sldMkLst>
          <pc:docMk/>
          <pc:sldMk cId="1084731427" sldId="466"/>
        </pc:sldMkLst>
        <pc:spChg chg="mod">
          <ac:chgData name="Pagrut, Krishna Nitin" userId="S::knp5451@psu.edu::8d7da644-a16a-4440-b60c-20ab17967617" providerId="AD" clId="Web-{C6B71EAB-1307-1B7C-4ABE-DEBE1D70CBF5}" dt="2026-02-02T22:18:12.469" v="89" actId="20577"/>
          <ac:spMkLst>
            <pc:docMk/>
            <pc:sldMk cId="1084731427" sldId="466"/>
            <ac:spMk id="2" creationId="{962CD646-2021-582A-2AA6-E5E701410D02}"/>
          </ac:spMkLst>
        </pc:spChg>
        <pc:spChg chg="mod">
          <ac:chgData name="Pagrut, Krishna Nitin" userId="S::knp5451@psu.edu::8d7da644-a16a-4440-b60c-20ab17967617" providerId="AD" clId="Web-{C6B71EAB-1307-1B7C-4ABE-DEBE1D70CBF5}" dt="2026-02-02T22:18:59.297" v="106" actId="1076"/>
          <ac:spMkLst>
            <pc:docMk/>
            <pc:sldMk cId="1084731427" sldId="466"/>
            <ac:spMk id="3" creationId="{7906D280-FB8A-538C-BF9E-4899B440F0EC}"/>
          </ac:spMkLst>
        </pc:spChg>
      </pc:sldChg>
      <pc:sldChg chg="modSp">
        <pc:chgData name="Pagrut, Krishna Nitin" userId="S::knp5451@psu.edu::8d7da644-a16a-4440-b60c-20ab17967617" providerId="AD" clId="Web-{C6B71EAB-1307-1B7C-4ABE-DEBE1D70CBF5}" dt="2026-02-02T22:19:35.969" v="114" actId="20577"/>
        <pc:sldMkLst>
          <pc:docMk/>
          <pc:sldMk cId="3859522803" sldId="467"/>
        </pc:sldMkLst>
        <pc:spChg chg="mod">
          <ac:chgData name="Pagrut, Krishna Nitin" userId="S::knp5451@psu.edu::8d7da644-a16a-4440-b60c-20ab17967617" providerId="AD" clId="Web-{C6B71EAB-1307-1B7C-4ABE-DEBE1D70CBF5}" dt="2026-02-02T22:19:07.829" v="107" actId="20577"/>
          <ac:spMkLst>
            <pc:docMk/>
            <pc:sldMk cId="3859522803" sldId="467"/>
            <ac:spMk id="2" creationId="{904E5BC6-8A87-5F53-AFCA-00B9FAC7F768}"/>
          </ac:spMkLst>
        </pc:spChg>
        <pc:spChg chg="mod">
          <ac:chgData name="Pagrut, Krishna Nitin" userId="S::knp5451@psu.edu::8d7da644-a16a-4440-b60c-20ab17967617" providerId="AD" clId="Web-{C6B71EAB-1307-1B7C-4ABE-DEBE1D70CBF5}" dt="2026-02-02T22:19:35.969" v="114" actId="20577"/>
          <ac:spMkLst>
            <pc:docMk/>
            <pc:sldMk cId="3859522803" sldId="467"/>
            <ac:spMk id="3" creationId="{D70C7240-8F89-2EA6-9E2C-B64CCC2B9067}"/>
          </ac:spMkLst>
        </pc:spChg>
      </pc:sldChg>
      <pc:sldChg chg="modSp add replId">
        <pc:chgData name="Pagrut, Krishna Nitin" userId="S::knp5451@psu.edu::8d7da644-a16a-4440-b60c-20ab17967617" providerId="AD" clId="Web-{C6B71EAB-1307-1B7C-4ABE-DEBE1D70CBF5}" dt="2026-02-02T22:24:11.032" v="179" actId="20577"/>
        <pc:sldMkLst>
          <pc:docMk/>
          <pc:sldMk cId="2192672076" sldId="471"/>
        </pc:sldMkLst>
        <pc:spChg chg="mod">
          <ac:chgData name="Pagrut, Krishna Nitin" userId="S::knp5451@psu.edu::8d7da644-a16a-4440-b60c-20ab17967617" providerId="AD" clId="Web-{C6B71EAB-1307-1B7C-4ABE-DEBE1D70CBF5}" dt="2026-02-02T22:24:11.032" v="179" actId="20577"/>
          <ac:spMkLst>
            <pc:docMk/>
            <pc:sldMk cId="2192672076" sldId="471"/>
            <ac:spMk id="2" creationId="{1FA74F00-01E0-BC70-D06F-FDEF4A5EF191}"/>
          </ac:spMkLst>
        </pc:spChg>
      </pc:sldChg>
    </pc:docChg>
  </pc:docChgLst>
  <pc:docChgLst>
    <pc:chgData name="Pagrut, Krishna Nitin" userId="S::knp5451@psu.edu::8d7da644-a16a-4440-b60c-20ab17967617" providerId="AD" clId="Web-{D604E3EF-84EE-DEE3-2F9B-F19864E4A37E}"/>
    <pc:docChg chg="addSld delSld modSld">
      <pc:chgData name="Pagrut, Krishna Nitin" userId="S::knp5451@psu.edu::8d7da644-a16a-4440-b60c-20ab17967617" providerId="AD" clId="Web-{D604E3EF-84EE-DEE3-2F9B-F19864E4A37E}" dt="2026-02-17T17:08:58.949" v="99" actId="20577"/>
      <pc:docMkLst>
        <pc:docMk/>
      </pc:docMkLst>
      <pc:sldChg chg="modSp">
        <pc:chgData name="Pagrut, Krishna Nitin" userId="S::knp5451@psu.edu::8d7da644-a16a-4440-b60c-20ab17967617" providerId="AD" clId="Web-{D604E3EF-84EE-DEE3-2F9B-F19864E4A37E}" dt="2026-02-17T17:02:28.868" v="44" actId="1076"/>
        <pc:sldMkLst>
          <pc:docMk/>
          <pc:sldMk cId="939669398" sldId="460"/>
        </pc:sldMkLst>
        <pc:spChg chg="mod">
          <ac:chgData name="Pagrut, Krishna Nitin" userId="S::knp5451@psu.edu::8d7da644-a16a-4440-b60c-20ab17967617" providerId="AD" clId="Web-{D604E3EF-84EE-DEE3-2F9B-F19864E4A37E}" dt="2026-02-17T17:02:25.977" v="43" actId="20577"/>
          <ac:spMkLst>
            <pc:docMk/>
            <pc:sldMk cId="939669398" sldId="460"/>
            <ac:spMk id="2" creationId="{5C9B57A8-7C70-1B78-4F0F-80159B82B892}"/>
          </ac:spMkLst>
        </pc:spChg>
      </pc:sldChg>
      <pc:sldChg chg="delSp">
        <pc:chgData name="Pagrut, Krishna Nitin" userId="S::knp5451@psu.edu::8d7da644-a16a-4440-b60c-20ab17967617" providerId="AD" clId="Web-{D604E3EF-84EE-DEE3-2F9B-F19864E4A37E}" dt="2026-02-17T17:05:57.713" v="56"/>
        <pc:sldMkLst>
          <pc:docMk/>
          <pc:sldMk cId="2047396859" sldId="464"/>
        </pc:sldMkLst>
      </pc:sldChg>
      <pc:sldChg chg="modSp">
        <pc:chgData name="Pagrut, Krishna Nitin" userId="S::knp5451@psu.edu::8d7da644-a16a-4440-b60c-20ab17967617" providerId="AD" clId="Web-{D604E3EF-84EE-DEE3-2F9B-F19864E4A37E}" dt="2026-02-17T17:08:58.949" v="99" actId="20577"/>
        <pc:sldMkLst>
          <pc:docMk/>
          <pc:sldMk cId="3859522803" sldId="467"/>
        </pc:sldMkLst>
        <pc:spChg chg="mod">
          <ac:chgData name="Pagrut, Krishna Nitin" userId="S::knp5451@psu.edu::8d7da644-a16a-4440-b60c-20ab17967617" providerId="AD" clId="Web-{D604E3EF-84EE-DEE3-2F9B-F19864E4A37E}" dt="2026-02-17T17:08:58.949" v="99" actId="20577"/>
          <ac:spMkLst>
            <pc:docMk/>
            <pc:sldMk cId="3859522803" sldId="467"/>
            <ac:spMk id="3" creationId="{D70C7240-8F89-2EA6-9E2C-B64CCC2B9067}"/>
          </ac:spMkLst>
        </pc:spChg>
      </pc:sldChg>
      <pc:sldChg chg="modSp">
        <pc:chgData name="Pagrut, Krishna Nitin" userId="S::knp5451@psu.edu::8d7da644-a16a-4440-b60c-20ab17967617" providerId="AD" clId="Web-{D604E3EF-84EE-DEE3-2F9B-F19864E4A37E}" dt="2026-02-17T17:03:43.774" v="55" actId="20577"/>
        <pc:sldMkLst>
          <pc:docMk/>
          <pc:sldMk cId="4262385152" sldId="472"/>
        </pc:sldMkLst>
        <pc:spChg chg="mod">
          <ac:chgData name="Pagrut, Krishna Nitin" userId="S::knp5451@psu.edu::8d7da644-a16a-4440-b60c-20ab17967617" providerId="AD" clId="Web-{D604E3EF-84EE-DEE3-2F9B-F19864E4A37E}" dt="2026-02-17T17:03:43.774" v="55" actId="20577"/>
          <ac:spMkLst>
            <pc:docMk/>
            <pc:sldMk cId="4262385152" sldId="472"/>
            <ac:spMk id="5" creationId="{47257254-576A-7F40-1451-6BF180BFC2FC}"/>
          </ac:spMkLst>
        </pc:spChg>
      </pc:sldChg>
      <pc:sldChg chg="modSp">
        <pc:chgData name="Pagrut, Krishna Nitin" userId="S::knp5451@psu.edu::8d7da644-a16a-4440-b60c-20ab17967617" providerId="AD" clId="Web-{D604E3EF-84EE-DEE3-2F9B-F19864E4A37E}" dt="2026-02-17T17:07:04.292" v="79" actId="20577"/>
        <pc:sldMkLst>
          <pc:docMk/>
          <pc:sldMk cId="3563240336" sldId="473"/>
        </pc:sldMkLst>
        <pc:spChg chg="mod">
          <ac:chgData name="Pagrut, Krishna Nitin" userId="S::knp5451@psu.edu::8d7da644-a16a-4440-b60c-20ab17967617" providerId="AD" clId="Web-{D604E3EF-84EE-DEE3-2F9B-F19864E4A37E}" dt="2026-02-17T17:07:04.292" v="79" actId="20577"/>
          <ac:spMkLst>
            <pc:docMk/>
            <pc:sldMk cId="3563240336" sldId="473"/>
            <ac:spMk id="3" creationId="{4658E1D3-2ED7-C511-ED86-2CD4F26E3F84}"/>
          </ac:spMkLst>
        </pc:spChg>
      </pc:sldChg>
      <pc:sldChg chg="modSp add replId">
        <pc:chgData name="Pagrut, Krishna Nitin" userId="S::knp5451@psu.edu::8d7da644-a16a-4440-b60c-20ab17967617" providerId="AD" clId="Web-{D604E3EF-84EE-DEE3-2F9B-F19864E4A37E}" dt="2026-02-17T17:01:48.118" v="25" actId="20577"/>
        <pc:sldMkLst>
          <pc:docMk/>
          <pc:sldMk cId="3951412750" sldId="477"/>
        </pc:sldMkLst>
        <pc:spChg chg="mod">
          <ac:chgData name="Pagrut, Krishna Nitin" userId="S::knp5451@psu.edu::8d7da644-a16a-4440-b60c-20ab17967617" providerId="AD" clId="Web-{D604E3EF-84EE-DEE3-2F9B-F19864E4A37E}" dt="2026-02-17T17:01:48.118" v="25" actId="20577"/>
          <ac:spMkLst>
            <pc:docMk/>
            <pc:sldMk cId="3951412750" sldId="477"/>
            <ac:spMk id="2" creationId="{E81B5A11-8FC3-107C-6EFC-06B1E3837B2C}"/>
          </ac:spMkLst>
        </pc:spChg>
        <pc:spChg chg="mod">
          <ac:chgData name="Pagrut, Krishna Nitin" userId="S::knp5451@psu.edu::8d7da644-a16a-4440-b60c-20ab17967617" providerId="AD" clId="Web-{D604E3EF-84EE-DEE3-2F9B-F19864E4A37E}" dt="2026-02-17T17:00:37.211" v="21" actId="14100"/>
          <ac:spMkLst>
            <pc:docMk/>
            <pc:sldMk cId="3951412750" sldId="477"/>
            <ac:spMk id="3" creationId="{4F788087-4B6F-80B3-4791-05D10F996730}"/>
          </ac:spMkLst>
        </pc:spChg>
      </pc:sldChg>
      <pc:sldChg chg="modSp add replId">
        <pc:chgData name="Pagrut, Krishna Nitin" userId="S::knp5451@psu.edu::8d7da644-a16a-4440-b60c-20ab17967617" providerId="AD" clId="Web-{D604E3EF-84EE-DEE3-2F9B-F19864E4A37E}" dt="2026-02-17T17:08:23.808" v="94" actId="20577"/>
        <pc:sldMkLst>
          <pc:docMk/>
          <pc:sldMk cId="1193719161" sldId="479"/>
        </pc:sldMkLst>
        <pc:spChg chg="mod">
          <ac:chgData name="Pagrut, Krishna Nitin" userId="S::knp5451@psu.edu::8d7da644-a16a-4440-b60c-20ab17967617" providerId="AD" clId="Web-{D604E3EF-84EE-DEE3-2F9B-F19864E4A37E}" dt="2026-02-17T17:08:23.808" v="94" actId="20577"/>
          <ac:spMkLst>
            <pc:docMk/>
            <pc:sldMk cId="1193719161" sldId="479"/>
            <ac:spMk id="2" creationId="{270AC5AE-45D4-42CC-B12A-7157215F2DAB}"/>
          </ac:spMkLst>
        </pc:spChg>
        <pc:spChg chg="mod">
          <ac:chgData name="Pagrut, Krishna Nitin" userId="S::knp5451@psu.edu::8d7da644-a16a-4440-b60c-20ab17967617" providerId="AD" clId="Web-{D604E3EF-84EE-DEE3-2F9B-F19864E4A37E}" dt="2026-02-17T17:07:48.839" v="92" actId="20577"/>
          <ac:spMkLst>
            <pc:docMk/>
            <pc:sldMk cId="1193719161" sldId="479"/>
            <ac:spMk id="3" creationId="{7B113E26-372E-F257-BF42-C88332241C70}"/>
          </ac:spMkLst>
        </pc:spChg>
      </pc:sldChg>
    </pc:docChg>
  </pc:docChgLst>
  <pc:docChgLst>
    <pc:chgData name="Pagrut, Krishna Nitin" userId="S::knp5451@psu.edu::8d7da644-a16a-4440-b60c-20ab17967617" providerId="AD" clId="Web-{095C9783-BF46-59BC-C310-EBFE2CA7B9B2}"/>
    <pc:docChg chg="addSld modSld sldOrd">
      <pc:chgData name="Pagrut, Krishna Nitin" userId="S::knp5451@psu.edu::8d7da644-a16a-4440-b60c-20ab17967617" providerId="AD" clId="Web-{095C9783-BF46-59BC-C310-EBFE2CA7B9B2}" dt="2026-02-16T21:58:38.893" v="44" actId="20577"/>
      <pc:docMkLst>
        <pc:docMk/>
      </pc:docMkLst>
      <pc:sldChg chg="modSp add ord replId">
        <pc:chgData name="Pagrut, Krishna Nitin" userId="S::knp5451@psu.edu::8d7da644-a16a-4440-b60c-20ab17967617" providerId="AD" clId="Web-{095C9783-BF46-59BC-C310-EBFE2CA7B9B2}" dt="2026-02-16T21:58:38.893" v="44" actId="20577"/>
        <pc:sldMkLst>
          <pc:docMk/>
          <pc:sldMk cId="605425615" sldId="476"/>
        </pc:sldMkLst>
        <pc:spChg chg="mod">
          <ac:chgData name="Pagrut, Krishna Nitin" userId="S::knp5451@psu.edu::8d7da644-a16a-4440-b60c-20ab17967617" providerId="AD" clId="Web-{095C9783-BF46-59BC-C310-EBFE2CA7B9B2}" dt="2026-02-16T21:57:11.190" v="22" actId="20577"/>
          <ac:spMkLst>
            <pc:docMk/>
            <pc:sldMk cId="605425615" sldId="476"/>
            <ac:spMk id="2" creationId="{510A2D28-3F8A-8061-2910-F5EB49BAB12A}"/>
          </ac:spMkLst>
        </pc:spChg>
        <pc:spChg chg="mod">
          <ac:chgData name="Pagrut, Krishna Nitin" userId="S::knp5451@psu.edu::8d7da644-a16a-4440-b60c-20ab17967617" providerId="AD" clId="Web-{095C9783-BF46-59BC-C310-EBFE2CA7B9B2}" dt="2026-02-16T21:58:38.893" v="44" actId="20577"/>
          <ac:spMkLst>
            <pc:docMk/>
            <pc:sldMk cId="605425615" sldId="476"/>
            <ac:spMk id="3" creationId="{567FEA4D-CF25-1AAD-7A62-B83C98D1A638}"/>
          </ac:spMkLst>
        </pc:spChg>
      </pc:sldChg>
    </pc:docChg>
  </pc:docChgLst>
  <pc:docChgLst>
    <pc:chgData name="Singh, Irish" userId="S::iks5301@psu.edu::0335a2e9-7348-4f5c-bcf9-5dd8a890fd3a" providerId="AD" clId="Web-{18D0A315-670C-0A70-EFF2-791B665277B9}"/>
    <pc:docChg chg="modSld">
      <pc:chgData name="Singh, Irish" userId="S::iks5301@psu.edu::0335a2e9-7348-4f5c-bcf9-5dd8a890fd3a" providerId="AD" clId="Web-{18D0A315-670C-0A70-EFF2-791B665277B9}" dt="2026-02-03T16:10:24.769" v="1" actId="1076"/>
      <pc:docMkLst>
        <pc:docMk/>
      </pc:docMkLst>
      <pc:sldChg chg="modSp">
        <pc:chgData name="Singh, Irish" userId="S::iks5301@psu.edu::0335a2e9-7348-4f5c-bcf9-5dd8a890fd3a" providerId="AD" clId="Web-{18D0A315-670C-0A70-EFF2-791B665277B9}" dt="2026-02-03T16:10:24.769" v="1" actId="1076"/>
        <pc:sldMkLst>
          <pc:docMk/>
          <pc:sldMk cId="939669398" sldId="460"/>
        </pc:sldMkLst>
      </pc:sldChg>
    </pc:docChg>
  </pc:docChgLst>
  <pc:docChgLst>
    <pc:chgData name="Pagrut, Krishna Nitin" userId="S::knp5451@psu.edu::8d7da644-a16a-4440-b60c-20ab17967617" providerId="AD" clId="Web-{B0EF67AF-5216-980A-9A18-EC551A1E5900}"/>
    <pc:docChg chg="modSld">
      <pc:chgData name="Pagrut, Krishna Nitin" userId="S::knp5451@psu.edu::8d7da644-a16a-4440-b60c-20ab17967617" providerId="AD" clId="Web-{B0EF67AF-5216-980A-9A18-EC551A1E5900}" dt="2026-02-10T16:50:28.013" v="62" actId="20577"/>
      <pc:docMkLst>
        <pc:docMk/>
      </pc:docMkLst>
      <pc:sldChg chg="modSp">
        <pc:chgData name="Pagrut, Krishna Nitin" userId="S::knp5451@psu.edu::8d7da644-a16a-4440-b60c-20ab17967617" providerId="AD" clId="Web-{B0EF67AF-5216-980A-9A18-EC551A1E5900}" dt="2026-02-10T16:50:28.013" v="62" actId="20577"/>
        <pc:sldMkLst>
          <pc:docMk/>
          <pc:sldMk cId="2192672076" sldId="471"/>
        </pc:sldMkLst>
      </pc:sldChg>
    </pc:docChg>
  </pc:docChgLst>
  <pc:docChgLst>
    <pc:chgData name="Pagrut, Krishna Nitin" userId="S::knp5451@psu.edu::8d7da644-a16a-4440-b60c-20ab17967617" providerId="AD" clId="Web-{1E17048F-62CE-058B-EC8C-10A861DA7311}"/>
    <pc:docChg chg="modSld">
      <pc:chgData name="Pagrut, Krishna Nitin" userId="S::knp5451@psu.edu::8d7da644-a16a-4440-b60c-20ab17967617" providerId="AD" clId="Web-{1E17048F-62CE-058B-EC8C-10A861DA7311}" dt="2026-02-16T23:00:36.504" v="7" actId="20577"/>
      <pc:docMkLst>
        <pc:docMk/>
      </pc:docMkLst>
      <pc:sldChg chg="modSp">
        <pc:chgData name="Pagrut, Krishna Nitin" userId="S::knp5451@psu.edu::8d7da644-a16a-4440-b60c-20ab17967617" providerId="AD" clId="Web-{1E17048F-62CE-058B-EC8C-10A861DA7311}" dt="2026-02-16T23:00:36.504" v="7" actId="20577"/>
        <pc:sldMkLst>
          <pc:docMk/>
          <pc:sldMk cId="2644786935" sldId="462"/>
        </pc:sldMkLst>
        <pc:spChg chg="mod">
          <ac:chgData name="Pagrut, Krishna Nitin" userId="S::knp5451@psu.edu::8d7da644-a16a-4440-b60c-20ab17967617" providerId="AD" clId="Web-{1E17048F-62CE-058B-EC8C-10A861DA7311}" dt="2026-02-16T23:00:36.504" v="7" actId="20577"/>
          <ac:spMkLst>
            <pc:docMk/>
            <pc:sldMk cId="2644786935" sldId="462"/>
            <ac:spMk id="3" creationId="{49D18FDA-8CEB-F078-FF80-48FBCEDB8702}"/>
          </ac:spMkLst>
        </pc:spChg>
      </pc:sldChg>
    </pc:docChg>
  </pc:docChgLst>
  <pc:docChgLst>
    <pc:chgData name="Singh, Irish" userId="S::iks5301@psu.edu::0335a2e9-7348-4f5c-bcf9-5dd8a890fd3a" providerId="AD" clId="Web-{D7A55467-2A5A-9DCA-7892-141A50FE4C68}"/>
    <pc:docChg chg="modSld">
      <pc:chgData name="Singh, Irish" userId="S::iks5301@psu.edu::0335a2e9-7348-4f5c-bcf9-5dd8a890fd3a" providerId="AD" clId="Web-{D7A55467-2A5A-9DCA-7892-141A50FE4C68}" dt="2026-02-25T21:21:05.512" v="1"/>
      <pc:docMkLst>
        <pc:docMk/>
      </pc:docMkLst>
      <pc:sldChg chg="addSp delSp">
        <pc:chgData name="Singh, Irish" userId="S::iks5301@psu.edu::0335a2e9-7348-4f5c-bcf9-5dd8a890fd3a" providerId="AD" clId="Web-{D7A55467-2A5A-9DCA-7892-141A50FE4C68}" dt="2026-02-25T21:21:05.512" v="1"/>
        <pc:sldMkLst>
          <pc:docMk/>
          <pc:sldMk cId="939669398" sldId="460"/>
        </pc:sldMkLst>
        <pc:picChg chg="add del">
          <ac:chgData name="Singh, Irish" userId="S::iks5301@psu.edu::0335a2e9-7348-4f5c-bcf9-5dd8a890fd3a" providerId="AD" clId="Web-{D7A55467-2A5A-9DCA-7892-141A50FE4C68}" dt="2026-02-25T21:21:05.512" v="1"/>
          <ac:picMkLst>
            <pc:docMk/>
            <pc:sldMk cId="939669398" sldId="460"/>
            <ac:picMk id="4" creationId="{69E8573A-A379-4176-0543-918896A9FDA5}"/>
          </ac:picMkLst>
        </pc:picChg>
      </pc:sldChg>
    </pc:docChg>
  </pc:docChgLst>
  <pc:docChgLst>
    <pc:chgData name="Pagrut, Krishna Nitin" userId="S::knp5451@psu.edu::8d7da644-a16a-4440-b60c-20ab17967617" providerId="AD" clId="Web-{7F99B20F-48DA-5FEA-6FB1-393478D5879A}"/>
    <pc:docChg chg="delSld modSld">
      <pc:chgData name="Pagrut, Krishna Nitin" userId="S::knp5451@psu.edu::8d7da644-a16a-4440-b60c-20ab17967617" providerId="AD" clId="Web-{7F99B20F-48DA-5FEA-6FB1-393478D5879A}" dt="2026-02-16T22:54:29.150" v="234" actId="20577"/>
      <pc:docMkLst>
        <pc:docMk/>
      </pc:docMkLst>
      <pc:sldChg chg="addSp delSp modSp">
        <pc:chgData name="Pagrut, Krishna Nitin" userId="S::knp5451@psu.edu::8d7da644-a16a-4440-b60c-20ab17967617" providerId="AD" clId="Web-{7F99B20F-48DA-5FEA-6FB1-393478D5879A}" dt="2026-02-16T22:46:35.081" v="219" actId="1076"/>
        <pc:sldMkLst>
          <pc:docMk/>
          <pc:sldMk cId="3198862014" sldId="284"/>
        </pc:sldMkLst>
        <pc:spChg chg="mod">
          <ac:chgData name="Pagrut, Krishna Nitin" userId="S::knp5451@psu.edu::8d7da644-a16a-4440-b60c-20ab17967617" providerId="AD" clId="Web-{7F99B20F-48DA-5FEA-6FB1-393478D5879A}" dt="2026-02-16T22:46:35.081" v="219" actId="1076"/>
          <ac:spMkLst>
            <pc:docMk/>
            <pc:sldMk cId="3198862014" sldId="284"/>
            <ac:spMk id="2" creationId="{E32F2308-0E50-8ADA-7E87-DA529A587BA1}"/>
          </ac:spMkLst>
        </pc:spChg>
      </pc:sldChg>
      <pc:sldChg chg="addSp delSp modSp">
        <pc:chgData name="Pagrut, Krishna Nitin" userId="S::knp5451@psu.edu::8d7da644-a16a-4440-b60c-20ab17967617" providerId="AD" clId="Web-{7F99B20F-48DA-5FEA-6FB1-393478D5879A}" dt="2026-02-16T22:48:08.472" v="222" actId="1076"/>
        <pc:sldMkLst>
          <pc:docMk/>
          <pc:sldMk cId="939669398" sldId="460"/>
        </pc:sldMkLst>
        <pc:spChg chg="mod">
          <ac:chgData name="Pagrut, Krishna Nitin" userId="S::knp5451@psu.edu::8d7da644-a16a-4440-b60c-20ab17967617" providerId="AD" clId="Web-{7F99B20F-48DA-5FEA-6FB1-393478D5879A}" dt="2026-02-16T22:17:20.310" v="64" actId="1076"/>
          <ac:spMkLst>
            <pc:docMk/>
            <pc:sldMk cId="939669398" sldId="460"/>
            <ac:spMk id="2" creationId="{5C9B57A8-7C70-1B78-4F0F-80159B82B892}"/>
          </ac:spMkLst>
        </pc:spChg>
      </pc:sldChg>
      <pc:sldChg chg="modSp">
        <pc:chgData name="Pagrut, Krishna Nitin" userId="S::knp5451@psu.edu::8d7da644-a16a-4440-b60c-20ab17967617" providerId="AD" clId="Web-{7F99B20F-48DA-5FEA-6FB1-393478D5879A}" dt="2026-02-16T22:24:55.308" v="134" actId="1076"/>
        <pc:sldMkLst>
          <pc:docMk/>
          <pc:sldMk cId="2644786935" sldId="462"/>
        </pc:sldMkLst>
        <pc:spChg chg="mod">
          <ac:chgData name="Pagrut, Krishna Nitin" userId="S::knp5451@psu.edu::8d7da644-a16a-4440-b60c-20ab17967617" providerId="AD" clId="Web-{7F99B20F-48DA-5FEA-6FB1-393478D5879A}" dt="2026-02-16T22:22:41.554" v="100" actId="20577"/>
          <ac:spMkLst>
            <pc:docMk/>
            <pc:sldMk cId="2644786935" sldId="462"/>
            <ac:spMk id="2" creationId="{5BE3A37D-375C-ECB6-9CA4-108710013099}"/>
          </ac:spMkLst>
        </pc:spChg>
        <pc:spChg chg="mod">
          <ac:chgData name="Pagrut, Krishna Nitin" userId="S::knp5451@psu.edu::8d7da644-a16a-4440-b60c-20ab17967617" providerId="AD" clId="Web-{7F99B20F-48DA-5FEA-6FB1-393478D5879A}" dt="2026-02-16T22:24:55.308" v="134" actId="1076"/>
          <ac:spMkLst>
            <pc:docMk/>
            <pc:sldMk cId="2644786935" sldId="462"/>
            <ac:spMk id="3" creationId="{49D18FDA-8CEB-F078-FF80-48FBCEDB8702}"/>
          </ac:spMkLst>
        </pc:spChg>
      </pc:sldChg>
      <pc:sldChg chg="delSp modSp">
        <pc:chgData name="Pagrut, Krishna Nitin" userId="S::knp5451@psu.edu::8d7da644-a16a-4440-b60c-20ab17967617" providerId="AD" clId="Web-{7F99B20F-48DA-5FEA-6FB1-393478D5879A}" dt="2026-02-16T22:53:30.225" v="228" actId="20577"/>
        <pc:sldMkLst>
          <pc:docMk/>
          <pc:sldMk cId="2047396859" sldId="464"/>
        </pc:sldMkLst>
        <pc:spChg chg="mod">
          <ac:chgData name="Pagrut, Krishna Nitin" userId="S::knp5451@psu.edu::8d7da644-a16a-4440-b60c-20ab17967617" providerId="AD" clId="Web-{7F99B20F-48DA-5FEA-6FB1-393478D5879A}" dt="2026-02-16T22:11:43.338" v="50" actId="20577"/>
          <ac:spMkLst>
            <pc:docMk/>
            <pc:sldMk cId="2047396859" sldId="464"/>
            <ac:spMk id="2" creationId="{8C7B0AEF-A8B5-730E-01A4-D882E2A3DE6B}"/>
          </ac:spMkLst>
        </pc:spChg>
        <pc:spChg chg="mod">
          <ac:chgData name="Pagrut, Krishna Nitin" userId="S::knp5451@psu.edu::8d7da644-a16a-4440-b60c-20ab17967617" providerId="AD" clId="Web-{7F99B20F-48DA-5FEA-6FB1-393478D5879A}" dt="2026-02-16T22:53:30.225" v="228" actId="20577"/>
          <ac:spMkLst>
            <pc:docMk/>
            <pc:sldMk cId="2047396859" sldId="464"/>
            <ac:spMk id="3" creationId="{E8BDBA82-F25D-401B-D814-840057CD0FAC}"/>
          </ac:spMkLst>
        </pc:spChg>
      </pc:sldChg>
      <pc:sldChg chg="modSp">
        <pc:chgData name="Pagrut, Krishna Nitin" userId="S::knp5451@psu.edu::8d7da644-a16a-4440-b60c-20ab17967617" providerId="AD" clId="Web-{7F99B20F-48DA-5FEA-6FB1-393478D5879A}" dt="2026-02-16T22:54:29.150" v="234" actId="20577"/>
        <pc:sldMkLst>
          <pc:docMk/>
          <pc:sldMk cId="1945900794" sldId="465"/>
        </pc:sldMkLst>
        <pc:spChg chg="mod">
          <ac:chgData name="Pagrut, Krishna Nitin" userId="S::knp5451@psu.edu::8d7da644-a16a-4440-b60c-20ab17967617" providerId="AD" clId="Web-{7F99B20F-48DA-5FEA-6FB1-393478D5879A}" dt="2026-02-16T22:54:29.150" v="234" actId="20577"/>
          <ac:spMkLst>
            <pc:docMk/>
            <pc:sldMk cId="1945900794" sldId="465"/>
            <ac:spMk id="2" creationId="{F421E2DA-E825-0C82-2EEE-1EA0A9052372}"/>
          </ac:spMkLst>
        </pc:spChg>
        <pc:spChg chg="mod">
          <ac:chgData name="Pagrut, Krishna Nitin" userId="S::knp5451@psu.edu::8d7da644-a16a-4440-b60c-20ab17967617" providerId="AD" clId="Web-{7F99B20F-48DA-5FEA-6FB1-393478D5879A}" dt="2026-02-16T22:33:46.376" v="172" actId="20577"/>
          <ac:spMkLst>
            <pc:docMk/>
            <pc:sldMk cId="1945900794" sldId="465"/>
            <ac:spMk id="3" creationId="{98C92133-4A19-3995-DEE5-C4B4BB05A257}"/>
          </ac:spMkLst>
        </pc:spChg>
      </pc:sldChg>
      <pc:sldChg chg="modSp">
        <pc:chgData name="Pagrut, Krishna Nitin" userId="S::knp5451@psu.edu::8d7da644-a16a-4440-b60c-20ab17967617" providerId="AD" clId="Web-{7F99B20F-48DA-5FEA-6FB1-393478D5879A}" dt="2026-02-16T22:34:33.126" v="198" actId="20577"/>
        <pc:sldMkLst>
          <pc:docMk/>
          <pc:sldMk cId="1084731427" sldId="466"/>
        </pc:sldMkLst>
        <pc:spChg chg="mod">
          <ac:chgData name="Pagrut, Krishna Nitin" userId="S::knp5451@psu.edu::8d7da644-a16a-4440-b60c-20ab17967617" providerId="AD" clId="Web-{7F99B20F-48DA-5FEA-6FB1-393478D5879A}" dt="2026-02-16T22:31:57.907" v="142" actId="20577"/>
          <ac:spMkLst>
            <pc:docMk/>
            <pc:sldMk cId="1084731427" sldId="466"/>
            <ac:spMk id="2" creationId="{962CD646-2021-582A-2AA6-E5E701410D02}"/>
          </ac:spMkLst>
        </pc:spChg>
        <pc:spChg chg="mod">
          <ac:chgData name="Pagrut, Krishna Nitin" userId="S::knp5451@psu.edu::8d7da644-a16a-4440-b60c-20ab17967617" providerId="AD" clId="Web-{7F99B20F-48DA-5FEA-6FB1-393478D5879A}" dt="2026-02-16T22:34:33.126" v="198" actId="20577"/>
          <ac:spMkLst>
            <pc:docMk/>
            <pc:sldMk cId="1084731427" sldId="466"/>
            <ac:spMk id="3" creationId="{7906D280-FB8A-538C-BF9E-4899B440F0EC}"/>
          </ac:spMkLst>
        </pc:spChg>
      </pc:sldChg>
      <pc:sldChg chg="modSp">
        <pc:chgData name="Pagrut, Krishna Nitin" userId="S::knp5451@psu.edu::8d7da644-a16a-4440-b60c-20ab17967617" providerId="AD" clId="Web-{7F99B20F-48DA-5FEA-6FB1-393478D5879A}" dt="2026-02-16T22:34:55.470" v="210" actId="20577"/>
        <pc:sldMkLst>
          <pc:docMk/>
          <pc:sldMk cId="3859522803" sldId="467"/>
        </pc:sldMkLst>
        <pc:spChg chg="mod">
          <ac:chgData name="Pagrut, Krishna Nitin" userId="S::knp5451@psu.edu::8d7da644-a16a-4440-b60c-20ab17967617" providerId="AD" clId="Web-{7F99B20F-48DA-5FEA-6FB1-393478D5879A}" dt="2026-02-16T22:32:23.079" v="146" actId="20577"/>
          <ac:spMkLst>
            <pc:docMk/>
            <pc:sldMk cId="3859522803" sldId="467"/>
            <ac:spMk id="2" creationId="{904E5BC6-8A87-5F53-AFCA-00B9FAC7F768}"/>
          </ac:spMkLst>
        </pc:spChg>
        <pc:spChg chg="mod">
          <ac:chgData name="Pagrut, Krishna Nitin" userId="S::knp5451@psu.edu::8d7da644-a16a-4440-b60c-20ab17967617" providerId="AD" clId="Web-{7F99B20F-48DA-5FEA-6FB1-393478D5879A}" dt="2026-02-16T22:34:55.470" v="210" actId="20577"/>
          <ac:spMkLst>
            <pc:docMk/>
            <pc:sldMk cId="3859522803" sldId="467"/>
            <ac:spMk id="3" creationId="{D70C7240-8F89-2EA6-9E2C-B64CCC2B9067}"/>
          </ac:spMkLst>
        </pc:spChg>
      </pc:sldChg>
      <pc:sldChg chg="delSp modSp">
        <pc:chgData name="Pagrut, Krishna Nitin" userId="S::knp5451@psu.edu::8d7da644-a16a-4440-b60c-20ab17967617" providerId="AD" clId="Web-{7F99B20F-48DA-5FEA-6FB1-393478D5879A}" dt="2026-02-16T22:45:55.799" v="218" actId="14100"/>
        <pc:sldMkLst>
          <pc:docMk/>
          <pc:sldMk cId="2192672076" sldId="471"/>
        </pc:sldMkLst>
        <pc:spChg chg="mod">
          <ac:chgData name="Pagrut, Krishna Nitin" userId="S::knp5451@psu.edu::8d7da644-a16a-4440-b60c-20ab17967617" providerId="AD" clId="Web-{7F99B20F-48DA-5FEA-6FB1-393478D5879A}" dt="2026-02-16T22:45:55.799" v="218" actId="14100"/>
          <ac:spMkLst>
            <pc:docMk/>
            <pc:sldMk cId="2192672076" sldId="471"/>
            <ac:spMk id="2" creationId="{1FA74F00-01E0-BC70-D06F-FDEF4A5EF191}"/>
          </ac:spMkLst>
        </pc:spChg>
      </pc:sldChg>
      <pc:sldChg chg="addSp modSp">
        <pc:chgData name="Pagrut, Krishna Nitin" userId="S::knp5451@psu.edu::8d7da644-a16a-4440-b60c-20ab17967617" providerId="AD" clId="Web-{7F99B20F-48DA-5FEA-6FB1-393478D5879A}" dt="2026-02-16T22:19:58.985" v="87" actId="20577"/>
        <pc:sldMkLst>
          <pc:docMk/>
          <pc:sldMk cId="4262385152" sldId="472"/>
        </pc:sldMkLst>
        <pc:spChg chg="mod">
          <ac:chgData name="Pagrut, Krishna Nitin" userId="S::knp5451@psu.edu::8d7da644-a16a-4440-b60c-20ab17967617" providerId="AD" clId="Web-{7F99B20F-48DA-5FEA-6FB1-393478D5879A}" dt="2026-02-16T22:09:43.820" v="25" actId="20577"/>
          <ac:spMkLst>
            <pc:docMk/>
            <pc:sldMk cId="4262385152" sldId="472"/>
            <ac:spMk id="2" creationId="{A63ADE22-D065-5187-9EE1-7257028B2EC4}"/>
          </ac:spMkLst>
        </pc:spChg>
        <pc:spChg chg="mod">
          <ac:chgData name="Pagrut, Krishna Nitin" userId="S::knp5451@psu.edu::8d7da644-a16a-4440-b60c-20ab17967617" providerId="AD" clId="Web-{7F99B20F-48DA-5FEA-6FB1-393478D5879A}" dt="2026-02-16T22:19:58.985" v="87" actId="20577"/>
          <ac:spMkLst>
            <pc:docMk/>
            <pc:sldMk cId="4262385152" sldId="472"/>
            <ac:spMk id="3" creationId="{734DFB38-7E20-AFCB-0B91-E19C61F32FFE}"/>
          </ac:spMkLst>
        </pc:spChg>
        <pc:spChg chg="add mod">
          <ac:chgData name="Pagrut, Krishna Nitin" userId="S::knp5451@psu.edu::8d7da644-a16a-4440-b60c-20ab17967617" providerId="AD" clId="Web-{7F99B20F-48DA-5FEA-6FB1-393478D5879A}" dt="2026-02-16T22:19:36.406" v="79" actId="20577"/>
          <ac:spMkLst>
            <pc:docMk/>
            <pc:sldMk cId="4262385152" sldId="472"/>
            <ac:spMk id="5" creationId="{47257254-576A-7F40-1451-6BF180BFC2FC}"/>
          </ac:spMkLst>
        </pc:spChg>
      </pc:sldChg>
      <pc:sldChg chg="modSp">
        <pc:chgData name="Pagrut, Krishna Nitin" userId="S::knp5451@psu.edu::8d7da644-a16a-4440-b60c-20ab17967617" providerId="AD" clId="Web-{7F99B20F-48DA-5FEA-6FB1-393478D5879A}" dt="2026-02-16T22:53:48.867" v="232" actId="20577"/>
        <pc:sldMkLst>
          <pc:docMk/>
          <pc:sldMk cId="3563240336" sldId="473"/>
        </pc:sldMkLst>
        <pc:spChg chg="mod">
          <ac:chgData name="Pagrut, Krishna Nitin" userId="S::knp5451@psu.edu::8d7da644-a16a-4440-b60c-20ab17967617" providerId="AD" clId="Web-{7F99B20F-48DA-5FEA-6FB1-393478D5879A}" dt="2026-02-16T22:22:01.865" v="95" actId="20577"/>
          <ac:spMkLst>
            <pc:docMk/>
            <pc:sldMk cId="3563240336" sldId="473"/>
            <ac:spMk id="2" creationId="{9C2DF77A-92DB-6EAE-E3A7-373EDE2E0434}"/>
          </ac:spMkLst>
        </pc:spChg>
        <pc:spChg chg="mod">
          <ac:chgData name="Pagrut, Krishna Nitin" userId="S::knp5451@psu.edu::8d7da644-a16a-4440-b60c-20ab17967617" providerId="AD" clId="Web-{7F99B20F-48DA-5FEA-6FB1-393478D5879A}" dt="2026-02-16T22:53:48.867" v="232" actId="20577"/>
          <ac:spMkLst>
            <pc:docMk/>
            <pc:sldMk cId="3563240336" sldId="473"/>
            <ac:spMk id="3" creationId="{4658E1D3-2ED7-C511-ED86-2CD4F26E3F84}"/>
          </ac:spMkLst>
        </pc:spChg>
      </pc:sldChg>
      <pc:sldChg chg="modSp">
        <pc:chgData name="Pagrut, Krishna Nitin" userId="S::knp5451@psu.edu::8d7da644-a16a-4440-b60c-20ab17967617" providerId="AD" clId="Web-{7F99B20F-48DA-5FEA-6FB1-393478D5879A}" dt="2026-02-16T22:20:38.503" v="91" actId="20577"/>
        <pc:sldMkLst>
          <pc:docMk/>
          <pc:sldMk cId="605425615" sldId="476"/>
        </pc:sldMkLst>
        <pc:spChg chg="mod">
          <ac:chgData name="Pagrut, Krishna Nitin" userId="S::knp5451@psu.edu::8d7da644-a16a-4440-b60c-20ab17967617" providerId="AD" clId="Web-{7F99B20F-48DA-5FEA-6FB1-393478D5879A}" dt="2026-02-16T22:20:19.205" v="89" actId="20577"/>
          <ac:spMkLst>
            <pc:docMk/>
            <pc:sldMk cId="605425615" sldId="476"/>
            <ac:spMk id="2" creationId="{510A2D28-3F8A-8061-2910-F5EB49BAB12A}"/>
          </ac:spMkLst>
        </pc:spChg>
        <pc:spChg chg="mod">
          <ac:chgData name="Pagrut, Krishna Nitin" userId="S::knp5451@psu.edu::8d7da644-a16a-4440-b60c-20ab17967617" providerId="AD" clId="Web-{7F99B20F-48DA-5FEA-6FB1-393478D5879A}" dt="2026-02-16T22:20:38.503" v="91" actId="20577"/>
          <ac:spMkLst>
            <pc:docMk/>
            <pc:sldMk cId="605425615" sldId="476"/>
            <ac:spMk id="3" creationId="{567FEA4D-CF25-1AAD-7A62-B83C98D1A638}"/>
          </ac:spMkLst>
        </pc:spChg>
      </pc:sldChg>
    </pc:docChg>
  </pc:docChgLst>
  <pc:docChgLst>
    <pc:chgData name="Pagrut, Krishna Nitin" userId="S::knp5451@psu.edu::8d7da644-a16a-4440-b60c-20ab17967617" providerId="AD" clId="Web-{9231AD23-4907-8610-7385-1DF7A4C870CB}"/>
    <pc:docChg chg="modSld">
      <pc:chgData name="Pagrut, Krishna Nitin" userId="S::knp5451@psu.edu::8d7da644-a16a-4440-b60c-20ab17967617" providerId="AD" clId="Web-{9231AD23-4907-8610-7385-1DF7A4C870CB}" dt="2026-02-10T04:47:40.452" v="66" actId="20577"/>
      <pc:docMkLst>
        <pc:docMk/>
      </pc:docMkLst>
      <pc:sldChg chg="addSp delSp modSp">
        <pc:chgData name="Pagrut, Krishna Nitin" userId="S::knp5451@psu.edu::8d7da644-a16a-4440-b60c-20ab17967617" providerId="AD" clId="Web-{9231AD23-4907-8610-7385-1DF7A4C870CB}" dt="2026-02-10T04:46:45.650" v="56" actId="1076"/>
        <pc:sldMkLst>
          <pc:docMk/>
          <pc:sldMk cId="939669398" sldId="460"/>
        </pc:sldMkLst>
      </pc:sldChg>
      <pc:sldChg chg="modSp">
        <pc:chgData name="Pagrut, Krishna Nitin" userId="S::knp5451@psu.edu::8d7da644-a16a-4440-b60c-20ab17967617" providerId="AD" clId="Web-{9231AD23-4907-8610-7385-1DF7A4C870CB}" dt="2026-02-10T04:47:40.452" v="66" actId="20577"/>
        <pc:sldMkLst>
          <pc:docMk/>
          <pc:sldMk cId="2192672076" sldId="471"/>
        </pc:sldMkLst>
      </pc:sldChg>
      <pc:sldChg chg="modSp">
        <pc:chgData name="Pagrut, Krishna Nitin" userId="S::knp5451@psu.edu::8d7da644-a16a-4440-b60c-20ab17967617" providerId="AD" clId="Web-{9231AD23-4907-8610-7385-1DF7A4C870CB}" dt="2026-02-10T04:47:26.123" v="63" actId="20577"/>
        <pc:sldMkLst>
          <pc:docMk/>
          <pc:sldMk cId="3563240336" sldId="473"/>
        </pc:sldMkLst>
        <pc:spChg chg="mod">
          <ac:chgData name="Pagrut, Krishna Nitin" userId="S::knp5451@psu.edu::8d7da644-a16a-4440-b60c-20ab17967617" providerId="AD" clId="Web-{9231AD23-4907-8610-7385-1DF7A4C870CB}" dt="2026-02-10T04:47:26.123" v="63" actId="20577"/>
          <ac:spMkLst>
            <pc:docMk/>
            <pc:sldMk cId="3563240336" sldId="473"/>
            <ac:spMk id="3" creationId="{4658E1D3-2ED7-C511-ED86-2CD4F26E3F84}"/>
          </ac:spMkLst>
        </pc:spChg>
      </pc:sldChg>
    </pc:docChg>
  </pc:docChgLst>
  <pc:docChgLst>
    <pc:chgData name="Venugopal, Vishnu Mattakkattu" userId="S::vmv5177@psu.edu::6218ba87-52df-4afa-b976-ea0aa98d1b91" providerId="AD" clId="Web-{352D573F-7FC2-EDAA-4F1E-9354AF8C4E97}"/>
    <pc:docChg chg="delSld">
      <pc:chgData name="Venugopal, Vishnu Mattakkattu" userId="S::vmv5177@psu.edu::6218ba87-52df-4afa-b976-ea0aa98d1b91" providerId="AD" clId="Web-{352D573F-7FC2-EDAA-4F1E-9354AF8C4E97}" dt="2026-02-26T16:52:56.857" v="2"/>
      <pc:docMkLst>
        <pc:docMk/>
      </pc:docMkLst>
      <pc:sldChg chg="del">
        <pc:chgData name="Venugopal, Vishnu Mattakkattu" userId="S::vmv5177@psu.edu::6218ba87-52df-4afa-b976-ea0aa98d1b91" providerId="AD" clId="Web-{352D573F-7FC2-EDAA-4F1E-9354AF8C4E97}" dt="2026-02-26T16:52:56.857" v="2"/>
        <pc:sldMkLst>
          <pc:docMk/>
          <pc:sldMk cId="3951412750" sldId="477"/>
        </pc:sldMkLst>
      </pc:sldChg>
      <pc:sldChg chg="del">
        <pc:chgData name="Venugopal, Vishnu Mattakkattu" userId="S::vmv5177@psu.edu::6218ba87-52df-4afa-b976-ea0aa98d1b91" providerId="AD" clId="Web-{352D573F-7FC2-EDAA-4F1E-9354AF8C4E97}" dt="2026-02-26T16:52:42.278" v="0"/>
        <pc:sldMkLst>
          <pc:docMk/>
          <pc:sldMk cId="3568546781" sldId="478"/>
        </pc:sldMkLst>
      </pc:sldChg>
      <pc:sldChg chg="del">
        <pc:chgData name="Venugopal, Vishnu Mattakkattu" userId="S::vmv5177@psu.edu::6218ba87-52df-4afa-b976-ea0aa98d1b91" providerId="AD" clId="Web-{352D573F-7FC2-EDAA-4F1E-9354AF8C4E97}" dt="2026-02-26T16:52:51.013" v="1"/>
        <pc:sldMkLst>
          <pc:docMk/>
          <pc:sldMk cId="1193719161" sldId="479"/>
        </pc:sldMkLst>
      </pc:sldChg>
    </pc:docChg>
  </pc:docChgLst>
  <pc:docChgLst>
    <pc:chgData name="Pagrut, Krishna Nitin" userId="S::knp5451@psu.edu::8d7da644-a16a-4440-b60c-20ab17967617" providerId="AD" clId="Web-{F63C9F1B-D9C1-0931-FDE6-4C9DA2F452FC}"/>
    <pc:docChg chg="mod addSld delSld modSld">
      <pc:chgData name="Pagrut, Krishna Nitin" userId="S::knp5451@psu.edu::8d7da644-a16a-4440-b60c-20ab17967617" providerId="AD" clId="Web-{F63C9F1B-D9C1-0931-FDE6-4C9DA2F452FC}" dt="2026-02-05T01:17:46.056" v="274" actId="14100"/>
      <pc:docMkLst>
        <pc:docMk/>
      </pc:docMkLst>
      <pc:sldChg chg="modSp">
        <pc:chgData name="Pagrut, Krishna Nitin" userId="S::knp5451@psu.edu::8d7da644-a16a-4440-b60c-20ab17967617" providerId="AD" clId="Web-{F63C9F1B-D9C1-0931-FDE6-4C9DA2F452FC}" dt="2026-02-05T01:01:54.536" v="17" actId="20577"/>
        <pc:sldMkLst>
          <pc:docMk/>
          <pc:sldMk cId="2047396859" sldId="464"/>
        </pc:sldMkLst>
        <pc:spChg chg="mod">
          <ac:chgData name="Pagrut, Krishna Nitin" userId="S::knp5451@psu.edu::8d7da644-a16a-4440-b60c-20ab17967617" providerId="AD" clId="Web-{F63C9F1B-D9C1-0931-FDE6-4C9DA2F452FC}" dt="2026-02-05T01:01:49.942" v="15" actId="20577"/>
          <ac:spMkLst>
            <pc:docMk/>
            <pc:sldMk cId="2047396859" sldId="464"/>
            <ac:spMk id="3" creationId="{E8BDBA82-F25D-401B-D814-840057CD0FAC}"/>
          </ac:spMkLst>
        </pc:spChg>
      </pc:sldChg>
      <pc:sldChg chg="modSp">
        <pc:chgData name="Pagrut, Krishna Nitin" userId="S::knp5451@psu.edu::8d7da644-a16a-4440-b60c-20ab17967617" providerId="AD" clId="Web-{F63C9F1B-D9C1-0931-FDE6-4C9DA2F452FC}" dt="2026-02-05T01:04:15.497" v="33" actId="20577"/>
        <pc:sldMkLst>
          <pc:docMk/>
          <pc:sldMk cId="1084731427" sldId="466"/>
        </pc:sldMkLst>
        <pc:spChg chg="mod">
          <ac:chgData name="Pagrut, Krishna Nitin" userId="S::knp5451@psu.edu::8d7da644-a16a-4440-b60c-20ab17967617" providerId="AD" clId="Web-{F63C9F1B-D9C1-0931-FDE6-4C9DA2F452FC}" dt="2026-02-05T01:04:15.497" v="33" actId="20577"/>
          <ac:spMkLst>
            <pc:docMk/>
            <pc:sldMk cId="1084731427" sldId="466"/>
            <ac:spMk id="3" creationId="{7906D280-FB8A-538C-BF9E-4899B440F0EC}"/>
          </ac:spMkLst>
        </pc:spChg>
      </pc:sldChg>
      <pc:sldChg chg="modSp">
        <pc:chgData name="Pagrut, Krishna Nitin" userId="S::knp5451@psu.edu::8d7da644-a16a-4440-b60c-20ab17967617" providerId="AD" clId="Web-{F63C9F1B-D9C1-0931-FDE6-4C9DA2F452FC}" dt="2026-02-05T01:14:52.765" v="202" actId="20577"/>
        <pc:sldMkLst>
          <pc:docMk/>
          <pc:sldMk cId="3859522803" sldId="467"/>
        </pc:sldMkLst>
        <pc:spChg chg="mod">
          <ac:chgData name="Pagrut, Krishna Nitin" userId="S::knp5451@psu.edu::8d7da644-a16a-4440-b60c-20ab17967617" providerId="AD" clId="Web-{F63C9F1B-D9C1-0931-FDE6-4C9DA2F452FC}" dt="2026-02-05T01:04:36.623" v="35" actId="20577"/>
          <ac:spMkLst>
            <pc:docMk/>
            <pc:sldMk cId="3859522803" sldId="467"/>
            <ac:spMk id="2" creationId="{904E5BC6-8A87-5F53-AFCA-00B9FAC7F768}"/>
          </ac:spMkLst>
        </pc:spChg>
        <pc:spChg chg="mod">
          <ac:chgData name="Pagrut, Krishna Nitin" userId="S::knp5451@psu.edu::8d7da644-a16a-4440-b60c-20ab17967617" providerId="AD" clId="Web-{F63C9F1B-D9C1-0931-FDE6-4C9DA2F452FC}" dt="2026-02-05T01:14:52.765" v="202" actId="20577"/>
          <ac:spMkLst>
            <pc:docMk/>
            <pc:sldMk cId="3859522803" sldId="467"/>
            <ac:spMk id="3" creationId="{D70C7240-8F89-2EA6-9E2C-B64CCC2B9067}"/>
          </ac:spMkLst>
        </pc:spChg>
      </pc:sldChg>
      <pc:sldChg chg="modSp">
        <pc:chgData name="Pagrut, Krishna Nitin" userId="S::knp5451@psu.edu::8d7da644-a16a-4440-b60c-20ab17967617" providerId="AD" clId="Web-{F63C9F1B-D9C1-0931-FDE6-4C9DA2F452FC}" dt="2026-02-05T01:17:46.056" v="274" actId="14100"/>
        <pc:sldMkLst>
          <pc:docMk/>
          <pc:sldMk cId="2192672076" sldId="471"/>
        </pc:sldMkLst>
      </pc:sldChg>
      <pc:sldChg chg="modSp add replId">
        <pc:chgData name="Pagrut, Krishna Nitin" userId="S::knp5451@psu.edu::8d7da644-a16a-4440-b60c-20ab17967617" providerId="AD" clId="Web-{F63C9F1B-D9C1-0931-FDE6-4C9DA2F452FC}" dt="2026-02-05T01:13:48.295" v="197" actId="20577"/>
        <pc:sldMkLst>
          <pc:docMk/>
          <pc:sldMk cId="4262385152" sldId="472"/>
        </pc:sldMkLst>
        <pc:spChg chg="mod">
          <ac:chgData name="Pagrut, Krishna Nitin" userId="S::knp5451@psu.edu::8d7da644-a16a-4440-b60c-20ab17967617" providerId="AD" clId="Web-{F63C9F1B-D9C1-0931-FDE6-4C9DA2F452FC}" dt="2026-02-05T01:13:48.295" v="197" actId="20577"/>
          <ac:spMkLst>
            <pc:docMk/>
            <pc:sldMk cId="4262385152" sldId="472"/>
            <ac:spMk id="2" creationId="{A63ADE22-D065-5187-9EE1-7257028B2EC4}"/>
          </ac:spMkLst>
        </pc:spChg>
        <pc:spChg chg="mod">
          <ac:chgData name="Pagrut, Krishna Nitin" userId="S::knp5451@psu.edu::8d7da644-a16a-4440-b60c-20ab17967617" providerId="AD" clId="Web-{F63C9F1B-D9C1-0931-FDE6-4C9DA2F452FC}" dt="2026-02-05T01:01:07.518" v="12" actId="14100"/>
          <ac:spMkLst>
            <pc:docMk/>
            <pc:sldMk cId="4262385152" sldId="472"/>
            <ac:spMk id="3" creationId="{734DFB38-7E20-AFCB-0B91-E19C61F32FFE}"/>
          </ac:spMkLst>
        </pc:spChg>
      </pc:sldChg>
      <pc:sldChg chg="modSp add replId">
        <pc:chgData name="Pagrut, Krishna Nitin" userId="S::knp5451@psu.edu::8d7da644-a16a-4440-b60c-20ab17967617" providerId="AD" clId="Web-{F63C9F1B-D9C1-0931-FDE6-4C9DA2F452FC}" dt="2026-02-05T01:03:02.868" v="27" actId="14100"/>
        <pc:sldMkLst>
          <pc:docMk/>
          <pc:sldMk cId="3563240336" sldId="473"/>
        </pc:sldMkLst>
        <pc:spChg chg="mod">
          <ac:chgData name="Pagrut, Krishna Nitin" userId="S::knp5451@psu.edu::8d7da644-a16a-4440-b60c-20ab17967617" providerId="AD" clId="Web-{F63C9F1B-D9C1-0931-FDE6-4C9DA2F452FC}" dt="2026-02-05T01:02:39.336" v="21" actId="20577"/>
          <ac:spMkLst>
            <pc:docMk/>
            <pc:sldMk cId="3563240336" sldId="473"/>
            <ac:spMk id="2" creationId="{9C2DF77A-92DB-6EAE-E3A7-373EDE2E0434}"/>
          </ac:spMkLst>
        </pc:spChg>
        <pc:spChg chg="mod">
          <ac:chgData name="Pagrut, Krishna Nitin" userId="S::knp5451@psu.edu::8d7da644-a16a-4440-b60c-20ab17967617" providerId="AD" clId="Web-{F63C9F1B-D9C1-0931-FDE6-4C9DA2F452FC}" dt="2026-02-05T01:03:02.868" v="27" actId="14100"/>
          <ac:spMkLst>
            <pc:docMk/>
            <pc:sldMk cId="3563240336" sldId="473"/>
            <ac:spMk id="3" creationId="{4658E1D3-2ED7-C511-ED86-2CD4F26E3F84}"/>
          </ac:spMkLst>
        </pc:spChg>
      </pc:sldChg>
    </pc:docChg>
  </pc:docChgLst>
</pc:chgInfo>
</file>

<file path=ppt/comments/modernComment_1CE_9DA43EF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987C82F-F26A-4EB9-9B54-5D8D72D24798}" authorId="{0C474665-31D2-3B06-B015-10BD71C7522C}" created="2026-02-16T22:54:19.524">
    <pc:sldMkLst xmlns:pc="http://schemas.microsoft.com/office/powerpoint/2013/main/command">
      <pc:docMk/>
      <pc:sldMk cId="2644786935" sldId="462"/>
    </pc:sldMkLst>
    <p188:txBody>
      <a:bodyPr/>
      <a:lstStyle/>
      <a:p>
        <a:r>
          <a:rPr lang="en-GB"/>
          <a:t>Access control. Is it possible?</a:t>
        </a:r>
      </a:p>
    </p188:txBody>
  </p188:cm>
</p188:cmLst>
</file>

<file path=ppt/comments/modernComment_1D2_40A7B02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84D2A60-5EFA-48B0-A66D-2C5EAB4642C5}" authorId="{0C474665-31D2-3B06-B015-10BD71C7522C}" created="2026-02-16T22:54:42.885">
    <pc:sldMkLst xmlns:pc="http://schemas.microsoft.com/office/powerpoint/2013/main/command">
      <pc:docMk/>
      <pc:sldMk cId="1084731427" sldId="466"/>
    </pc:sldMkLst>
    <p188:txBody>
      <a:bodyPr/>
      <a:lstStyle/>
      <a:p>
        <a:r>
          <a:rPr lang="en-GB"/>
          <a:t>Needs to be more robust</a:t>
        </a:r>
      </a:p>
    </p188:txBody>
  </p188:cm>
</p188:cmLst>
</file>

<file path=ppt/comments/modernComment_1D3_E60BA4F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E1A8269-6FE9-41DD-B554-52851DDC4E61}" authorId="{0C474665-31D2-3B06-B015-10BD71C7522C}" created="2026-02-16T22:54:54.667">
    <pc:sldMkLst xmlns:pc="http://schemas.microsoft.com/office/powerpoint/2013/main/command">
      <pc:docMk/>
      <pc:sldMk cId="3859522803" sldId="467"/>
    </pc:sldMkLst>
    <p188:txBody>
      <a:bodyPr/>
      <a:lstStyle/>
      <a:p>
        <a:r>
          <a:rPr lang="en-GB"/>
          <a:t>What other questions?</a:t>
        </a:r>
      </a:p>
    </p188:txBody>
  </p188:cm>
</p188:cmLst>
</file>

<file path=ppt/comments/modernComment_1D9_D462BB9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9CCAAFB-5283-4CCE-9D13-BB71A7628BD4}" authorId="{0C474665-31D2-3B06-B015-10BD71C7522C}" created="2026-02-16T22:54:03.399">
    <pc:sldMkLst xmlns:pc="http://schemas.microsoft.com/office/powerpoint/2013/main/command">
      <pc:docMk/>
      <pc:sldMk cId="3563240336" sldId="473"/>
    </pc:sldMkLst>
    <p188:txBody>
      <a:bodyPr/>
      <a:lstStyle/>
      <a:p>
        <a:r>
          <a:rPr lang="en-GB"/>
          <a:t>Needs discussion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142AEA1-A4D9-0CCB-F45A-B1E1439F1AF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54A58F-8F56-AC2F-BF1F-CC6DC677BCD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0C506B-9C0A-7C42-AABC-F7A7C632EC5D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EAB37E-160B-D909-0FF9-07D0690CDC0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68ED66-3D76-AA61-3811-390722B429E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179E4A-7233-C749-8BF5-78FC642D4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7744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F9AC51-1594-3C45-9820-82036BC34A39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B9D638-7D78-EA4A-A05B-01174BE0F3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517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4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B9D638-7D78-EA4A-A05B-01174BE0F3D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4692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B9D638-7D78-EA4A-A05B-01174BE0F3D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0573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08083-51D8-0066-5827-2DB863A53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9EE8B8-C3A4-DB63-CD57-D1CD239E14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E56CC6-8B2C-44EA-4546-B7804238D9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E8F19C-3C6F-BE61-0B4C-902077630D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B9D638-7D78-EA4A-A05B-01174BE0F3D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4432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24E7D-A9EC-013D-9421-348BCB6C7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702040-C642-BEF0-A7AA-FA982E9477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0D5496-3640-7868-EB1D-4EDDCD4B89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4A3CA0-DE0C-8D24-7CF7-9147E6A9CC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B9D638-7D78-EA4A-A05B-01174BE0F3D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113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EE5C23-3845-EDC6-3266-D4C22048C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47AB41-2FF0-07EB-1E2C-2FB2D059C0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511768-E587-0543-B050-2C091E6078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8687EF-7412-2588-47A1-FF141EA32E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B9D638-7D78-EA4A-A05B-01174BE0F3D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759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754C8D-6FB7-4F0D-2CF2-514D396A7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E21E53-51DD-E93C-4794-5384B53596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9CAEE3-7BA7-7B81-694C-68E7CA72D5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DD500D-7A7E-698B-F1D7-94C8E19490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B9D638-7D78-EA4A-A05B-01174BE0F3D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5101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202ED0-6D2D-F10F-456F-59E250F64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A37DA0-D0AD-B7A4-CE2A-B34065A5E1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02625C-7325-B9A3-76D8-12911E8285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6ED788-091E-FEB7-D111-ECDDAE7A40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B9D638-7D78-EA4A-A05B-01174BE0F3D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8824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9D314-1EE4-1234-6F33-4BF8E2E6A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2850FC-BD83-E8EF-81C0-6ACD35220A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F39516-4E7D-8F5B-360B-C49BEE37C1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7A319B-BA3F-AB31-917D-8D7FDE11BA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B9D638-7D78-EA4A-A05B-01174BE0F3D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0053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373AC-D473-34AE-0541-033483A25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846F26-9F76-F586-B837-C7467F59AC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B18E14-243F-01D8-404C-C5FB457FF8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420318-B09B-E347-D25D-03D0BCC5C4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B9D638-7D78-EA4A-A05B-01174BE0F3D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4892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C9774-1CD6-9B43-D373-498BC8947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796DE6-E0BA-26DB-41A8-C7261D2A05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D18E1B-3237-3829-A054-8000DC8CCA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EEFEAB-4470-7815-D653-1EF747508A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B9D638-7D78-EA4A-A05B-01174BE0F3D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3074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22FCC2-1A96-F3EB-94F4-4A3851499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543274-47EC-654E-7DED-FAA2060DBB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EBB399-C19C-D3DF-0CD4-79C6A1F1AB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F427D5-D3BC-00C1-BB2B-DCCE78CEC7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B9D638-7D78-EA4A-A05B-01174BE0F3D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1305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CommCnrShld Graphic">
            <a:extLst>
              <a:ext uri="{FF2B5EF4-FFF2-40B4-BE49-F238E27FC236}">
                <a16:creationId xmlns:a16="http://schemas.microsoft.com/office/drawing/2014/main" id="{F373BAED-49B4-A922-D2DD-83B86D8248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8153400" y="2011680"/>
            <a:ext cx="4038601" cy="4846321"/>
            <a:chOff x="9550401" y="3688081"/>
            <a:chExt cx="2641599" cy="3169919"/>
          </a:xfrm>
        </p:grpSpPr>
        <p:sp>
          <p:nvSpPr>
            <p:cNvPr id="13" name="Corner Shield Shape Right">
              <a:extLst>
                <a:ext uri="{FF2B5EF4-FFF2-40B4-BE49-F238E27FC236}">
                  <a16:creationId xmlns:a16="http://schemas.microsoft.com/office/drawing/2014/main" id="{86A60D22-4897-D628-2F4B-29E49B076D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799087" y="3700789"/>
              <a:ext cx="2392913" cy="3157211"/>
            </a:xfrm>
            <a:custGeom>
              <a:avLst/>
              <a:gdLst>
                <a:gd name="connsiteX0" fmla="*/ 0 w 1637473"/>
                <a:gd name="connsiteY0" fmla="*/ 2160483 h 2160483"/>
                <a:gd name="connsiteX1" fmla="*/ 1637474 w 1637473"/>
                <a:gd name="connsiteY1" fmla="*/ 2160483 h 2160483"/>
                <a:gd name="connsiteX2" fmla="*/ 1637474 w 1637473"/>
                <a:gd name="connsiteY2" fmla="*/ 0 h 2160483"/>
                <a:gd name="connsiteX3" fmla="*/ 0 w 1637473"/>
                <a:gd name="connsiteY3" fmla="*/ 2160483 h 2160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37473" h="2160483">
                  <a:moveTo>
                    <a:pt x="0" y="2160483"/>
                  </a:moveTo>
                  <a:lnTo>
                    <a:pt x="1637474" y="2160483"/>
                  </a:lnTo>
                  <a:lnTo>
                    <a:pt x="1637474" y="0"/>
                  </a:lnTo>
                  <a:cubicBezTo>
                    <a:pt x="1637474" y="1113830"/>
                    <a:pt x="688808" y="1755720"/>
                    <a:pt x="0" y="2160483"/>
                  </a:cubicBezTo>
                  <a:close/>
                </a:path>
              </a:pathLst>
            </a:custGeom>
            <a:solidFill>
              <a:srgbClr val="1E407C"/>
            </a:solidFill>
            <a:ln w="12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pic>
          <p:nvPicPr>
            <p:cNvPr id="14" name="Comm Shield Corner">
              <a:extLst>
                <a:ext uri="{FF2B5EF4-FFF2-40B4-BE49-F238E27FC236}">
                  <a16:creationId xmlns:a16="http://schemas.microsoft.com/office/drawing/2014/main" id="{6907CFA7-DA25-9315-C431-0372EFB1DA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550401" y="3688081"/>
              <a:ext cx="2641599" cy="3169919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A6EFBB5-30AC-C871-D426-6A0BE13F79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800" y="990600"/>
            <a:ext cx="9601200" cy="2519363"/>
          </a:xfrm>
        </p:spPr>
        <p:txBody>
          <a:bodyPr anchor="b"/>
          <a:lstStyle>
            <a:lvl1pPr algn="l">
              <a:defRPr sz="6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44EB8D-C5EF-C32E-D8C7-15E1792F90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0" y="3602038"/>
            <a:ext cx="9601200" cy="1274762"/>
          </a:xfrm>
        </p:spPr>
        <p:txBody>
          <a:bodyPr/>
          <a:lstStyle>
            <a:lvl1pPr marL="0" indent="0" algn="l">
              <a:buNone/>
              <a:defRPr sz="24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0EBBAE-C4A0-F2D9-A43F-328BD416889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02789" y="0"/>
            <a:ext cx="3089211" cy="914400"/>
          </a:xfrm>
        </p:spPr>
        <p:txBody>
          <a:bodyPr/>
          <a:lstStyle>
            <a:lvl1pPr algn="r">
              <a:defRPr/>
            </a:lvl1pPr>
          </a:lstStyle>
          <a:p>
            <a:fld id="{4D83A44C-8064-3F47-951D-EE74B1CE44B9}" type="datetime1">
              <a:rPr lang="en-US" smtClean="0"/>
              <a:pPr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D318BB-68AB-F92B-99D2-699E766B5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F2ACF-01D0-F003-D6CD-197BC00EB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D1B55-F3E9-1242-8F18-D40061936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6799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CommCnrShld Graphic">
            <a:extLst>
              <a:ext uri="{FF2B5EF4-FFF2-40B4-BE49-F238E27FC236}">
                <a16:creationId xmlns:a16="http://schemas.microsoft.com/office/drawing/2014/main" id="{67AFFE4C-AD09-A4B4-266D-0CDBFC24FF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8153400" y="2011680"/>
            <a:ext cx="4038601" cy="4846321"/>
            <a:chOff x="9550401" y="3688081"/>
            <a:chExt cx="2641599" cy="3169919"/>
          </a:xfrm>
        </p:grpSpPr>
        <p:sp>
          <p:nvSpPr>
            <p:cNvPr id="11" name="Corner Shield Shape Right">
              <a:extLst>
                <a:ext uri="{FF2B5EF4-FFF2-40B4-BE49-F238E27FC236}">
                  <a16:creationId xmlns:a16="http://schemas.microsoft.com/office/drawing/2014/main" id="{49D02B88-1226-677B-BE20-324F0F9CB5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799087" y="3700789"/>
              <a:ext cx="2392913" cy="3157211"/>
            </a:xfrm>
            <a:custGeom>
              <a:avLst/>
              <a:gdLst>
                <a:gd name="connsiteX0" fmla="*/ 0 w 1637473"/>
                <a:gd name="connsiteY0" fmla="*/ 2160483 h 2160483"/>
                <a:gd name="connsiteX1" fmla="*/ 1637474 w 1637473"/>
                <a:gd name="connsiteY1" fmla="*/ 2160483 h 2160483"/>
                <a:gd name="connsiteX2" fmla="*/ 1637474 w 1637473"/>
                <a:gd name="connsiteY2" fmla="*/ 0 h 2160483"/>
                <a:gd name="connsiteX3" fmla="*/ 0 w 1637473"/>
                <a:gd name="connsiteY3" fmla="*/ 2160483 h 2160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37473" h="2160483">
                  <a:moveTo>
                    <a:pt x="0" y="2160483"/>
                  </a:moveTo>
                  <a:lnTo>
                    <a:pt x="1637474" y="2160483"/>
                  </a:lnTo>
                  <a:lnTo>
                    <a:pt x="1637474" y="0"/>
                  </a:lnTo>
                  <a:cubicBezTo>
                    <a:pt x="1637474" y="1113830"/>
                    <a:pt x="688808" y="1755720"/>
                    <a:pt x="0" y="2160483"/>
                  </a:cubicBezTo>
                  <a:close/>
                </a:path>
              </a:pathLst>
            </a:custGeom>
            <a:solidFill>
              <a:srgbClr val="1E407C"/>
            </a:solidFill>
            <a:ln w="12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pic>
          <p:nvPicPr>
            <p:cNvPr id="12" name="Comm Shield Corner">
              <a:extLst>
                <a:ext uri="{FF2B5EF4-FFF2-40B4-BE49-F238E27FC236}">
                  <a16:creationId xmlns:a16="http://schemas.microsoft.com/office/drawing/2014/main" id="{D6679DDB-1E63-F5D0-55BF-F77DEE0E6B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550401" y="3688081"/>
              <a:ext cx="2641599" cy="3169919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EDA0D94-A5D8-A033-57AC-B05EF0107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737657"/>
            <a:ext cx="9677400" cy="274320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4A5B9B-B0BE-4DBF-1904-4FDEF848F3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6800" y="4590393"/>
            <a:ext cx="8228013" cy="120080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FAE21E-52C8-F0D8-877A-7F63F8DEE6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02789" y="0"/>
            <a:ext cx="3089211" cy="914400"/>
          </a:xfrm>
        </p:spPr>
        <p:txBody>
          <a:bodyPr/>
          <a:lstStyle>
            <a:lvl1pPr algn="r">
              <a:defRPr/>
            </a:lvl1pPr>
          </a:lstStyle>
          <a:p>
            <a:fld id="{D3B27A41-27B9-E448-9F3A-69E294D7051D}" type="datetime1">
              <a:rPr lang="en-US" smtClean="0"/>
              <a:pPr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B1F391-6A8E-3DD1-AA3E-099C67E66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1638E9-4BAB-5563-88CD-156F06F9D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D1B55-F3E9-1242-8F18-D40061936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0226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BE763-F41D-F991-1AB4-82B8D57342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add slide title, key point, or assertion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096128-8A19-FE3B-2DAF-0406DB50386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066800" y="1825625"/>
            <a:ext cx="10056813" cy="3736975"/>
          </a:xfrm>
        </p:spPr>
        <p:txBody>
          <a:bodyPr/>
          <a:lstStyle>
            <a:lvl2pPr marL="777240" indent="-182880">
              <a:defRPr/>
            </a:lvl2pPr>
          </a:lstStyle>
          <a:p>
            <a:pPr marL="201168" marR="0" lvl="0" indent="-201168" algn="l" defTabSz="9144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tx2"/>
              </a:buClr>
              <a:buSzTx/>
              <a:buFont typeface="Wingdings" pitchFamily="2" charset="2"/>
              <a:buChar char="§"/>
              <a:tabLst/>
              <a:defRPr/>
            </a:pPr>
            <a:r>
              <a:rPr lang="en-US"/>
              <a:t>Click to add text or choose an icon below to insert other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BBDCF0-7468-FACC-ACE3-74245710C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5B02E-A76A-D543-896B-0002B4A60318}" type="datetime1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A55521-2464-763C-14E3-1546CCD69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F9F393-FA98-BA11-DB7E-F32E606FE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D1B55-F3E9-1242-8F18-D4006193687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3019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F787D-E2BC-F3FE-5703-A9932B981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57200"/>
            <a:ext cx="4114800" cy="26797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6B8DDE-3683-969F-02EF-973A7096944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3188" y="676275"/>
            <a:ext cx="6399212" cy="4586288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add text or choose an icon below to insert other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72CB31-00D3-E20B-B087-8ADEFEF736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0" y="3429000"/>
            <a:ext cx="4114800" cy="2286000"/>
          </a:xfrm>
        </p:spPr>
        <p:txBody>
          <a:bodyPr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3A5B58-8500-964C-1BC6-DA163AB28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8D83B-FBE8-6341-9B65-B8DF7340B97B}" type="datetime1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5413BC-AAC0-9E6D-3C7D-EC459FA81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921EAB-7603-CF08-3D09-C89AAFB47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D1B55-F3E9-1242-8F18-D40061936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643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3E1FC-5694-8B89-C491-7BA53E357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1613" y="762000"/>
            <a:ext cx="4725987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F6D286-2952-5BB3-594A-BF27B94849A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09601" y="990600"/>
            <a:ext cx="5486400" cy="4298899"/>
          </a:xfrm>
          <a:noFill/>
          <a:effectLst/>
        </p:spPr>
        <p:txBody>
          <a:bodyPr tIns="36576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tx2"/>
              </a:buClr>
              <a:buSzTx/>
              <a:buFont typeface="Wingdings" pitchFamily="2" charset="2"/>
              <a:buNone/>
              <a:tabLst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below to add picture. </a:t>
            </a:r>
            <a:br>
              <a:rPr lang="en-US"/>
            </a:br>
            <a:r>
              <a:rPr lang="en-US"/>
              <a:t>To crop the picture, click Crop on the Picture Tools tab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1B9431-C3FE-7CB8-8A4E-11841E03BA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51613" y="3048000"/>
            <a:ext cx="4572000" cy="2241499"/>
          </a:xfrm>
        </p:spPr>
        <p:txBody>
          <a:bodyPr anchor="b" anchorCtr="0">
            <a:normAutofit/>
          </a:bodyPr>
          <a:lstStyle>
            <a:lvl1pPr marL="0" indent="0">
              <a:buClr>
                <a:schemeClr val="accent1"/>
              </a:buClr>
              <a:buSzPct val="120000"/>
              <a:buFont typeface="System Font Regular"/>
              <a:buNone/>
              <a:tabLst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BE0845-C3A7-6E8F-5C61-5E11CF4CD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22E21-6626-7F48-BD7E-E9F69B4CC986}" type="datetime1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40A072-5CE9-D9EB-FA5A-347D0DC3F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46F95E-8EB8-15D7-077A-28ED3EBB5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D1B55-F3E9-1242-8F18-D40061936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7461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CFC1A-8AA3-1F3A-309D-65B86EB54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ABC937-51C8-A943-FFC9-D9B57CEBD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CF7B2-6D0C-1749-99C8-CF428F75A01C}" type="datetime1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0B8A71-9225-7CD8-1C83-DBBDBCDCF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F5A8CB-332D-9515-5CFE-8172E8693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D1B55-F3E9-1242-8F18-D4006193687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868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E07C2-6D9C-BF04-E789-5975B362A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425318-746A-F1C9-9F76-E0E02D4931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825625"/>
            <a:ext cx="5029200" cy="343217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25F21F-1339-03C9-C6C8-52CF6F85F1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11766" y="1825625"/>
            <a:ext cx="5029201" cy="343217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FBD777-E1ED-B7BD-D234-FBA2A93D0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02C91-2BFC-A04F-9296-2B99B3ED0817}" type="datetime1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1BCB7D-2D1A-A8C3-18BF-F19BD4A6C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D1049C-0A42-1626-E4CB-C9416DAB0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D1B55-F3E9-1242-8F18-D4006193687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3017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6E5F2-E07D-49A5-45D2-61A59E6F2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125"/>
            <a:ext cx="10745788" cy="10064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2D649B-7DD0-707F-0286-3C79FF008D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8331" y="1421607"/>
            <a:ext cx="5026025" cy="823912"/>
          </a:xfrm>
        </p:spPr>
        <p:txBody>
          <a:bodyPr anchor="b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4E628A-8E78-3092-8EEC-BCD0443E94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331" y="2245519"/>
            <a:ext cx="5026025" cy="3133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209B32-F927-21F8-6DB7-B78B0048D8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47645" y="1421607"/>
            <a:ext cx="5033167" cy="823912"/>
          </a:xfrm>
        </p:spPr>
        <p:txBody>
          <a:bodyPr anchor="b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AE6394-88A7-A6AA-0283-D80CBBB03F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47645" y="2245519"/>
            <a:ext cx="5033168" cy="3133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A32CFC-E655-92D0-91E5-1D2C643C7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D1133-C6F7-A54C-B4F9-F574FC8B44CF}" type="datetime1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FD39A2-B6C2-50DB-DA1C-26525AE17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1E5A19-DEF8-8A75-0CA7-231B92809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D1B55-F3E9-1242-8F18-D4006193687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230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4B92D9-0B28-E637-181B-4BD4F8C5E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07659-B258-5942-BADA-20CC774035A0}" type="datetime1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954192-2427-0DC8-0EAA-A64403D92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013789-D139-DD4C-0551-12E374CDB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D1B55-F3E9-1242-8F18-D40061936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997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A525F-0A3B-0A82-FBA8-69CEB60A3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F726D1-60B7-13F2-745F-8628A92E3A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C964F2-ED7E-FB0A-F2FC-34613DC96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F8AD4-0A8D-1942-AD91-7D3C5A1D73BF}" type="datetime1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9810DB-DBB4-3D40-4773-A7EC1479B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AFE995-CC29-4AFA-CB27-CF08B1F56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D1B55-F3E9-1242-8F18-D40061936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168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18F61B-E0C1-9CF0-2B16-FE8B941ECC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ADFCD1-4F9D-5A79-22BB-572B3A36F4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91F889-A890-6F2D-CE9F-A7EAED634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1F17A-2A7E-764E-8194-BD617B10743D}" type="datetime1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65AB35-9A8B-4638-DC3C-9A106845E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D99216-C74A-2574-5A1E-6232E83EA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D1B55-F3E9-1242-8F18-D40061936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2060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ccessibility Tip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Accessibility Border Design">
            <a:extLst>
              <a:ext uri="{FF2B5EF4-FFF2-40B4-BE49-F238E27FC236}">
                <a16:creationId xmlns:a16="http://schemas.microsoft.com/office/drawing/2014/main" id="{E574F0D4-97AE-38F4-BF70-CAE1A13391C3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0" y="0"/>
            <a:ext cx="12016740" cy="6675120"/>
            <a:chOff x="0" y="0"/>
            <a:chExt cx="12016740" cy="6675120"/>
          </a:xfrm>
        </p:grpSpPr>
        <p:sp>
          <p:nvSpPr>
            <p:cNvPr id="13" name="Instructions Border">
              <a:extLst>
                <a:ext uri="{FF2B5EF4-FFF2-40B4-BE49-F238E27FC236}">
                  <a16:creationId xmlns:a16="http://schemas.microsoft.com/office/drawing/2014/main" id="{CC99279D-C46A-3483-78D7-58B67902AB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75260" y="182880"/>
              <a:ext cx="11841480" cy="6492240"/>
            </a:xfrm>
            <a:prstGeom prst="roundRect">
              <a:avLst>
                <a:gd name="adj" fmla="val 2271"/>
              </a:avLst>
            </a:prstGeom>
            <a:gradFill flip="none" rotWithShape="1">
              <a:gsLst>
                <a:gs pos="96000">
                  <a:srgbClr val="FFD200">
                    <a:alpha val="3568"/>
                  </a:srgbClr>
                </a:gs>
                <a:gs pos="85000">
                  <a:srgbClr val="FFD200">
                    <a:alpha val="728"/>
                  </a:srgbClr>
                </a:gs>
                <a:gs pos="100000">
                  <a:srgbClr val="FFD200">
                    <a:alpha val="10580"/>
                  </a:srgbClr>
                </a:gs>
              </a:gsLst>
              <a:path path="shape">
                <a:fillToRect l="50000" t="50000" r="50000" b="50000"/>
              </a:path>
              <a:tileRect/>
            </a:gradFill>
            <a:ln w="31750">
              <a:solidFill>
                <a:srgbClr val="FFD2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Bookmark Rectangle">
              <a:extLst>
                <a:ext uri="{FF2B5EF4-FFF2-40B4-BE49-F238E27FC236}">
                  <a16:creationId xmlns:a16="http://schemas.microsoft.com/office/drawing/2014/main" id="{96200912-6BCB-2A91-95F5-03080FEB86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952500" cy="952500"/>
            </a:xfrm>
            <a:prstGeom prst="rect">
              <a:avLst/>
            </a:prstGeom>
            <a:solidFill>
              <a:srgbClr val="FFD2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4800" b="1" kern="1200">
                  <a:solidFill>
                    <a:srgbClr val="000322"/>
                  </a:solidFill>
                  <a:latin typeface="+mn-lt"/>
                  <a:ea typeface="+mn-ea"/>
                  <a:cs typeface="+mn-cs"/>
                </a:rPr>
                <a:t>!</a:t>
              </a:r>
            </a:p>
          </p:txBody>
        </p:sp>
      </p:grpSp>
      <p:sp>
        <p:nvSpPr>
          <p:cNvPr id="2" name="Title">
            <a:extLst>
              <a:ext uri="{FF2B5EF4-FFF2-40B4-BE49-F238E27FC236}">
                <a16:creationId xmlns:a16="http://schemas.microsoft.com/office/drawing/2014/main" id="{91612545-83A4-0D9D-2FBD-F7CA96ED8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457200"/>
            <a:ext cx="1005840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16413784-D78D-4B06-8498-2DE28E9770D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66800" y="1591056"/>
            <a:ext cx="4876800" cy="1804669"/>
          </a:xfrm>
        </p:spPr>
        <p:txBody>
          <a:bodyPr>
            <a:normAutofit/>
          </a:bodyPr>
          <a:lstStyle>
            <a:lvl1pPr marL="466344" indent="-466344">
              <a:buSzPct val="80000"/>
              <a:buFont typeface="Wingdings" pitchFamily="2" charset="2"/>
              <a:buChar char="q"/>
              <a:tabLst/>
              <a:defRPr sz="2000"/>
            </a:lvl1pPr>
            <a:lvl2pPr marL="886968" indent="-164592"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81E04195-A073-640F-F54E-A97F82D6AE5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1560576"/>
            <a:ext cx="5483353" cy="1106424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Caption">
            <a:extLst>
              <a:ext uri="{FF2B5EF4-FFF2-40B4-BE49-F238E27FC236}">
                <a16:creationId xmlns:a16="http://schemas.microsoft.com/office/drawing/2014/main" id="{D6D4582B-76D9-4A11-4B7B-E60CEABFE3C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6000" y="2633472"/>
            <a:ext cx="5638800" cy="685801"/>
          </a:xfrm>
        </p:spPr>
        <p:txBody>
          <a:bodyPr>
            <a:normAutofit/>
          </a:bodyPr>
          <a:lstStyle>
            <a:lvl1pPr marL="0" indent="0">
              <a:lnSpc>
                <a:spcPct val="85000"/>
              </a:lnSpc>
              <a:buNone/>
              <a:defRPr sz="1600"/>
            </a:lvl1pPr>
          </a:lstStyle>
          <a:p>
            <a:pPr lvl="0"/>
            <a:r>
              <a:rPr lang="en-US"/>
              <a:t>Insert caption here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879A2C9-D5F1-8DDF-CF27-3F8926BE22A4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066801" y="3657599"/>
            <a:ext cx="10515600" cy="3008377"/>
          </a:xfrm>
        </p:spPr>
        <p:txBody>
          <a:bodyPr>
            <a:normAutofit/>
          </a:bodyPr>
          <a:lstStyle>
            <a:lvl1pPr marL="466725" indent="-466725">
              <a:buSzPct val="80000"/>
              <a:buFont typeface="Wingdings" pitchFamily="2" charset="2"/>
              <a:buChar char="q"/>
              <a:tabLst/>
              <a:defRPr sz="2000"/>
            </a:lvl1pPr>
            <a:lvl2pPr marL="886968" indent="-164592"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" hidden="1">
            <a:extLst>
              <a:ext uri="{FF2B5EF4-FFF2-40B4-BE49-F238E27FC236}">
                <a16:creationId xmlns:a16="http://schemas.microsoft.com/office/drawing/2014/main" id="{2A29A1D6-41FF-9E48-7286-E2EDD3EC2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AC027-3B1E-2444-ADBB-EAD9DDF92977}" type="datetime1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" hidden="1">
            <a:extLst>
              <a:ext uri="{FF2B5EF4-FFF2-40B4-BE49-F238E27FC236}">
                <a16:creationId xmlns:a16="http://schemas.microsoft.com/office/drawing/2014/main" id="{1DC77954-0486-0744-4EAD-B3FC240F5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F6504B15-7BC0-54A9-F1E4-4956AD672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D1B55-F3E9-1242-8F18-D4006193687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9747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PT Tips Layou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12545-83A4-0D9D-2FBD-F7CA96ED8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1" y="304800"/>
            <a:ext cx="6172199" cy="1066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6413784-D78D-4B06-8498-2DE28E9770D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66801" y="1593850"/>
            <a:ext cx="5942012" cy="4806950"/>
          </a:xfrm>
        </p:spPr>
        <p:txBody>
          <a:bodyPr>
            <a:normAutofit/>
          </a:bodyPr>
          <a:lstStyle>
            <a:lvl1pPr marL="9525" indent="-9525">
              <a:spcBef>
                <a:spcPts val="2600"/>
              </a:spcBef>
              <a:buFont typeface="System Font Regular"/>
              <a:buChar char="​"/>
              <a:tabLst/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C019DC6-2224-5693-7718-EFF92CB9250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7477119" y="1524000"/>
            <a:ext cx="4137012" cy="344728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Insert image here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EF77B764-09E1-B2B7-FAB3-CE9F8684D18A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475868" y="5029200"/>
            <a:ext cx="4137012" cy="12192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Insert image caption here</a:t>
            </a:r>
          </a:p>
        </p:txBody>
      </p:sp>
      <p:sp>
        <p:nvSpPr>
          <p:cNvPr id="3" name="Date Placeholder 2" hidden="1">
            <a:extLst>
              <a:ext uri="{FF2B5EF4-FFF2-40B4-BE49-F238E27FC236}">
                <a16:creationId xmlns:a16="http://schemas.microsoft.com/office/drawing/2014/main" id="{2A29A1D6-41FF-9E48-7286-E2EDD3EC2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6180C-B89B-A843-AD09-F6826925F3C0}" type="datetime1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 hidden="1">
            <a:extLst>
              <a:ext uri="{FF2B5EF4-FFF2-40B4-BE49-F238E27FC236}">
                <a16:creationId xmlns:a16="http://schemas.microsoft.com/office/drawing/2014/main" id="{1DC77954-0486-0744-4EAD-B3FC240F5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 hidden="1">
            <a:extLst>
              <a:ext uri="{FF2B5EF4-FFF2-40B4-BE49-F238E27FC236}">
                <a16:creationId xmlns:a16="http://schemas.microsoft.com/office/drawing/2014/main" id="{F6504B15-7BC0-54A9-F1E4-4956AD672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D1B55-F3E9-1242-8F18-D4006193687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813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sv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CommCnrShld">
            <a:extLst>
              <a:ext uri="{FF2B5EF4-FFF2-40B4-BE49-F238E27FC236}">
                <a16:creationId xmlns:a16="http://schemas.microsoft.com/office/drawing/2014/main" id="{1618A93B-3E0D-4C69-C17E-DF520880C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9550401" y="3688081"/>
            <a:ext cx="2641599" cy="3169919"/>
            <a:chOff x="9550401" y="3688081"/>
            <a:chExt cx="2641599" cy="3169919"/>
          </a:xfrm>
        </p:grpSpPr>
        <p:sp>
          <p:nvSpPr>
            <p:cNvPr id="20" name="Corner Shield Shape Right">
              <a:extLst>
                <a:ext uri="{FF2B5EF4-FFF2-40B4-BE49-F238E27FC236}">
                  <a16:creationId xmlns:a16="http://schemas.microsoft.com/office/drawing/2014/main" id="{B7ECB6A5-D104-7FF6-DCD8-4B1AE2FA27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799087" y="3700789"/>
              <a:ext cx="2392913" cy="3157211"/>
            </a:xfrm>
            <a:custGeom>
              <a:avLst/>
              <a:gdLst>
                <a:gd name="connsiteX0" fmla="*/ 0 w 1637473"/>
                <a:gd name="connsiteY0" fmla="*/ 2160483 h 2160483"/>
                <a:gd name="connsiteX1" fmla="*/ 1637474 w 1637473"/>
                <a:gd name="connsiteY1" fmla="*/ 2160483 h 2160483"/>
                <a:gd name="connsiteX2" fmla="*/ 1637474 w 1637473"/>
                <a:gd name="connsiteY2" fmla="*/ 0 h 2160483"/>
                <a:gd name="connsiteX3" fmla="*/ 0 w 1637473"/>
                <a:gd name="connsiteY3" fmla="*/ 2160483 h 2160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37473" h="2160483">
                  <a:moveTo>
                    <a:pt x="0" y="2160483"/>
                  </a:moveTo>
                  <a:lnTo>
                    <a:pt x="1637474" y="2160483"/>
                  </a:lnTo>
                  <a:lnTo>
                    <a:pt x="1637474" y="0"/>
                  </a:lnTo>
                  <a:cubicBezTo>
                    <a:pt x="1637474" y="1113830"/>
                    <a:pt x="688808" y="1755720"/>
                    <a:pt x="0" y="2160483"/>
                  </a:cubicBezTo>
                  <a:close/>
                </a:path>
              </a:pathLst>
            </a:custGeom>
            <a:solidFill>
              <a:srgbClr val="1E407C"/>
            </a:solidFill>
            <a:ln w="12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pic>
          <p:nvPicPr>
            <p:cNvPr id="21" name="Comm Shield Corner">
              <a:extLst>
                <a:ext uri="{FF2B5EF4-FFF2-40B4-BE49-F238E27FC236}">
                  <a16:creationId xmlns:a16="http://schemas.microsoft.com/office/drawing/2014/main" id="{70B461F0-4C10-DA44-2A54-6677C52653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9550401" y="3688081"/>
              <a:ext cx="2641599" cy="3169919"/>
            </a:xfrm>
            <a:prstGeom prst="rect">
              <a:avLst/>
            </a:prstGeom>
          </p:spPr>
        </p:pic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7A061B-E2D0-062A-8997-8B6BC4ABE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9144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652739-D66F-AA7A-6920-E8A8EA4681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593851"/>
            <a:ext cx="10972800" cy="4197349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19654C-F683-C04E-AC9E-E1AB426C28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0413" y="5943600"/>
            <a:ext cx="3089211" cy="914400"/>
          </a:xfrm>
          <a:prstGeom prst="rect">
            <a:avLst/>
          </a:prstGeom>
        </p:spPr>
        <p:txBody>
          <a:bodyPr vert="horz" lIns="91440" tIns="265176" rIns="1005840" bIns="91440" rtlCol="0" anchor="t" anchorCtr="0"/>
          <a:lstStyle>
            <a:lvl1pPr algn="l">
              <a:defRPr sz="1600" b="0">
                <a:solidFill>
                  <a:schemeClr val="tx2"/>
                </a:solidFill>
              </a:defRPr>
            </a:lvl1pPr>
          </a:lstStyle>
          <a:p>
            <a:fld id="{9E944EA1-8BCD-964C-87E6-31892231A579}" type="datetime1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DEAB10-171B-90F2-7CFE-E58935A2E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4388" y="5943600"/>
            <a:ext cx="5026025" cy="914400"/>
          </a:xfrm>
          <a:prstGeom prst="rect">
            <a:avLst/>
          </a:prstGeom>
        </p:spPr>
        <p:txBody>
          <a:bodyPr vert="horz" lIns="548640" tIns="265176" rIns="182880" bIns="91440" rtlCol="0" anchor="t" anchorCtr="0"/>
          <a:lstStyle>
            <a:lvl1pPr algn="l">
              <a:defRPr sz="1600" b="0" i="0">
                <a:solidFill>
                  <a:schemeClr val="tx2"/>
                </a:solidFill>
                <a:latin typeface="+mn-lt"/>
                <a:cs typeface="Arial Narrow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0E1D52-E2F8-EB1B-5C28-22BEBDFE9A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9624" y="5943600"/>
            <a:ext cx="722376" cy="914400"/>
          </a:xfrm>
          <a:prstGeom prst="rect">
            <a:avLst/>
          </a:prstGeom>
        </p:spPr>
        <p:txBody>
          <a:bodyPr vert="horz" lIns="91440" tIns="265176" rIns="91440" bIns="91440" rtlCol="0" anchor="t" anchorCtr="0"/>
          <a:lstStyle>
            <a:lvl1pPr algn="ctr">
              <a:defRPr sz="1600" b="1" i="0">
                <a:solidFill>
                  <a:srgbClr val="F0F0F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E1D1B55-F3E9-1242-8F18-D4006193687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4" name="Penn State Mark on Light BG" descr="Penn State University mark">
            <a:extLst>
              <a:ext uri="{FF2B5EF4-FFF2-40B4-BE49-F238E27FC236}">
                <a16:creationId xmlns:a16="http://schemas.microsoft.com/office/drawing/2014/main" id="{4FF244CC-1E2C-0F93-5B63-C9B4115A944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rcRect/>
          <a:stretch/>
        </p:blipFill>
        <p:spPr>
          <a:xfrm>
            <a:off x="493044" y="6013529"/>
            <a:ext cx="1709112" cy="782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0590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72" r:id="rId3"/>
    <p:sldLayoutId id="2147483656" r:id="rId4"/>
    <p:sldLayoutId id="2147483657" r:id="rId5"/>
    <p:sldLayoutId id="2147483675" r:id="rId6"/>
    <p:sldLayoutId id="2147483673" r:id="rId7"/>
    <p:sldLayoutId id="2147483674" r:id="rId8"/>
    <p:sldLayoutId id="2147483655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2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01168" indent="-201168" algn="l" defTabSz="914400" rtl="0" eaLnBrk="1" latinLnBrk="0" hangingPunct="1">
        <a:lnSpc>
          <a:spcPct val="90000"/>
        </a:lnSpc>
        <a:spcBef>
          <a:spcPts val="2000"/>
        </a:spcBef>
        <a:buClr>
          <a:schemeClr val="tx2"/>
        </a:buClr>
        <a:buFont typeface="Wingdings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59436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tx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051560" indent="-137160" algn="l" defTabSz="914400" rtl="0" eaLnBrk="1" latinLnBrk="0" hangingPunct="1">
        <a:lnSpc>
          <a:spcPct val="90000"/>
        </a:lnSpc>
        <a:spcBef>
          <a:spcPts val="1100"/>
        </a:spcBef>
        <a:buClr>
          <a:schemeClr val="tx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417320" indent="-137160" algn="l" defTabSz="914400" rtl="0" eaLnBrk="1" latinLnBrk="0" hangingPunct="1">
        <a:lnSpc>
          <a:spcPct val="90000"/>
        </a:lnSpc>
        <a:spcBef>
          <a:spcPts val="800"/>
        </a:spcBef>
        <a:buClr>
          <a:schemeClr val="tx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1965960" indent="-137160" algn="l" defTabSz="914400" rtl="0" eaLnBrk="1" latinLnBrk="0" hangingPunct="1">
        <a:lnSpc>
          <a:spcPct val="90000"/>
        </a:lnSpc>
        <a:spcBef>
          <a:spcPts val="800"/>
        </a:spcBef>
        <a:buClr>
          <a:schemeClr val="tx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A2B7E6"/>
          </p15:clr>
        </p15:guide>
        <p15:guide id="2" pos="7680" userDrawn="1">
          <p15:clr>
            <a:srgbClr val="A2B7E6"/>
          </p15:clr>
        </p15:guide>
        <p15:guide id="3" pos="384" userDrawn="1">
          <p15:clr>
            <a:srgbClr val="A2B7E6"/>
          </p15:clr>
        </p15:guide>
        <p15:guide id="4" pos="672" userDrawn="1">
          <p15:clr>
            <a:srgbClr val="A2B7E6"/>
          </p15:clr>
        </p15:guide>
        <p15:guide id="5" pos="960" userDrawn="1">
          <p15:clr>
            <a:srgbClr val="A2B7E6"/>
          </p15:clr>
        </p15:guide>
        <p15:guide id="6" pos="1248" userDrawn="1">
          <p15:clr>
            <a:srgbClr val="A2B7E6"/>
          </p15:clr>
        </p15:guide>
        <p15:guide id="7" pos="1536" userDrawn="1">
          <p15:clr>
            <a:srgbClr val="A2B7E6"/>
          </p15:clr>
        </p15:guide>
        <p15:guide id="8" pos="1824" userDrawn="1">
          <p15:clr>
            <a:srgbClr val="A2B7E6"/>
          </p15:clr>
        </p15:guide>
        <p15:guide id="9" pos="2112" userDrawn="1">
          <p15:clr>
            <a:srgbClr val="A2B7E6"/>
          </p15:clr>
        </p15:guide>
        <p15:guide id="10" pos="2400" userDrawn="1">
          <p15:clr>
            <a:srgbClr val="A2B7E6"/>
          </p15:clr>
        </p15:guide>
        <p15:guide id="11" pos="2688" userDrawn="1">
          <p15:clr>
            <a:srgbClr val="A2B7E6"/>
          </p15:clr>
        </p15:guide>
        <p15:guide id="12" pos="2976" userDrawn="1">
          <p15:clr>
            <a:srgbClr val="A2B7E6"/>
          </p15:clr>
        </p15:guide>
        <p15:guide id="13" pos="3264" userDrawn="1">
          <p15:clr>
            <a:srgbClr val="A2B7E6"/>
          </p15:clr>
        </p15:guide>
        <p15:guide id="14" pos="3552" userDrawn="1">
          <p15:clr>
            <a:srgbClr val="A2B7E6"/>
          </p15:clr>
        </p15:guide>
        <p15:guide id="15" pos="3840" userDrawn="1">
          <p15:clr>
            <a:srgbClr val="A2B7E6"/>
          </p15:clr>
        </p15:guide>
        <p15:guide id="16" pos="4127" userDrawn="1">
          <p15:clr>
            <a:srgbClr val="A2B7E6"/>
          </p15:clr>
        </p15:guide>
        <p15:guide id="17" pos="4415" userDrawn="1">
          <p15:clr>
            <a:srgbClr val="A2B7E6"/>
          </p15:clr>
        </p15:guide>
        <p15:guide id="18" pos="4703" userDrawn="1">
          <p15:clr>
            <a:srgbClr val="A2B7E6"/>
          </p15:clr>
        </p15:guide>
        <p15:guide id="19" pos="4991" userDrawn="1">
          <p15:clr>
            <a:srgbClr val="A2B7E6"/>
          </p15:clr>
        </p15:guide>
        <p15:guide id="20" pos="5279" userDrawn="1">
          <p15:clr>
            <a:srgbClr val="A2B7E6"/>
          </p15:clr>
        </p15:guide>
        <p15:guide id="21" pos="5567" userDrawn="1">
          <p15:clr>
            <a:srgbClr val="A2B7E6"/>
          </p15:clr>
        </p15:guide>
        <p15:guide id="22" pos="5855" userDrawn="1">
          <p15:clr>
            <a:srgbClr val="A2B7E6"/>
          </p15:clr>
        </p15:guide>
        <p15:guide id="23" pos="6144" userDrawn="1">
          <p15:clr>
            <a:srgbClr val="A2B7E6"/>
          </p15:clr>
        </p15:guide>
        <p15:guide id="24" pos="6431" userDrawn="1">
          <p15:clr>
            <a:srgbClr val="A2B7E6"/>
          </p15:clr>
        </p15:guide>
        <p15:guide id="25" pos="6719" userDrawn="1">
          <p15:clr>
            <a:srgbClr val="A2B7E6"/>
          </p15:clr>
        </p15:guide>
        <p15:guide id="26" pos="7007" userDrawn="1">
          <p15:clr>
            <a:srgbClr val="A2B7E6"/>
          </p15:clr>
        </p15:guide>
        <p15:guide id="27" pos="7295" userDrawn="1">
          <p15:clr>
            <a:srgbClr val="A2B7E6"/>
          </p15:clr>
        </p15:guide>
        <p15:guide id="28" orient="horz" userDrawn="1">
          <p15:clr>
            <a:srgbClr val="A2B7E6"/>
          </p15:clr>
        </p15:guide>
        <p15:guide id="29" orient="horz" pos="4320" userDrawn="1">
          <p15:clr>
            <a:srgbClr val="A2B7E6"/>
          </p15:clr>
        </p15:guide>
        <p15:guide id="30" orient="horz" pos="426" userDrawn="1">
          <p15:clr>
            <a:srgbClr val="A2B7E6"/>
          </p15:clr>
        </p15:guide>
        <p15:guide id="31" orient="horz" pos="1004" userDrawn="1">
          <p15:clr>
            <a:srgbClr val="A2B7E6"/>
          </p15:clr>
        </p15:guide>
        <p15:guide id="32" orient="horz" pos="1582" userDrawn="1">
          <p15:clr>
            <a:srgbClr val="A2B7E6"/>
          </p15:clr>
        </p15:guide>
        <p15:guide id="33" orient="horz" pos="2160" userDrawn="1">
          <p15:clr>
            <a:srgbClr val="A2B7E6"/>
          </p15:clr>
        </p15:guide>
        <p15:guide id="34" orient="horz" pos="2737" userDrawn="1">
          <p15:clr>
            <a:srgbClr val="A2B7E6"/>
          </p15:clr>
        </p15:guide>
        <p15:guide id="35" orient="horz" pos="3315" userDrawn="1">
          <p15:clr>
            <a:srgbClr val="A2B7E6"/>
          </p15:clr>
        </p15:guide>
        <p15:guide id="36" orient="horz" pos="3893" userDrawn="1">
          <p15:clr>
            <a:srgbClr val="A2B7E6"/>
          </p15:clr>
        </p15:guide>
        <p15:guide id="37" orient="horz" pos="4032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Instructions Border">
            <a:extLst>
              <a:ext uri="{FF2B5EF4-FFF2-40B4-BE49-F238E27FC236}">
                <a16:creationId xmlns:a16="http://schemas.microsoft.com/office/drawing/2014/main" id="{B3EA265D-E883-50D6-7808-E4026022C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0" y="0"/>
            <a:ext cx="12016740" cy="6675120"/>
            <a:chOff x="0" y="0"/>
            <a:chExt cx="12016740" cy="6675120"/>
          </a:xfrm>
        </p:grpSpPr>
        <p:sp>
          <p:nvSpPr>
            <p:cNvPr id="15" name="Instructions Border">
              <a:extLst>
                <a:ext uri="{FF2B5EF4-FFF2-40B4-BE49-F238E27FC236}">
                  <a16:creationId xmlns:a16="http://schemas.microsoft.com/office/drawing/2014/main" id="{7F2240AF-5EBA-D095-2AB4-ACBFEDBB02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75260" y="182880"/>
              <a:ext cx="11841480" cy="6492240"/>
            </a:xfrm>
            <a:prstGeom prst="roundRect">
              <a:avLst>
                <a:gd name="adj" fmla="val 2271"/>
              </a:avLst>
            </a:prstGeom>
            <a:gradFill flip="none" rotWithShape="1">
              <a:gsLst>
                <a:gs pos="96000">
                  <a:srgbClr val="009CDE">
                    <a:alpha val="7000"/>
                  </a:srgbClr>
                </a:gs>
                <a:gs pos="85000">
                  <a:srgbClr val="009CDE">
                    <a:alpha val="3953"/>
                  </a:srgbClr>
                </a:gs>
                <a:gs pos="100000">
                  <a:srgbClr val="009CDE">
                    <a:alpha val="9567"/>
                  </a:srgbClr>
                </a:gs>
              </a:gsLst>
              <a:path path="shape">
                <a:fillToRect l="50000" t="50000" r="50000" b="50000"/>
              </a:path>
              <a:tileRect/>
            </a:gradFill>
            <a:ln w="31750">
              <a:solidFill>
                <a:srgbClr val="009CD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Bookmark Rectangle">
              <a:extLst>
                <a:ext uri="{FF2B5EF4-FFF2-40B4-BE49-F238E27FC236}">
                  <a16:creationId xmlns:a16="http://schemas.microsoft.com/office/drawing/2014/main" id="{CE038D67-BA2B-2356-39E0-1BD66254B1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952500" cy="952500"/>
            </a:xfrm>
            <a:prstGeom prst="rect">
              <a:avLst/>
            </a:prstGeom>
            <a:solidFill>
              <a:srgbClr val="009CD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lang="en-US" sz="4800" b="1">
                <a:solidFill>
                  <a:srgbClr val="000322"/>
                </a:solidFill>
                <a:latin typeface="+mj-lt"/>
              </a:endParaRPr>
            </a:p>
          </p:txBody>
        </p:sp>
        <p:pic>
          <p:nvPicPr>
            <p:cNvPr id="17" name="Clipboard Icon">
              <a:extLst>
                <a:ext uri="{FF2B5EF4-FFF2-40B4-BE49-F238E27FC236}">
                  <a16:creationId xmlns:a16="http://schemas.microsoft.com/office/drawing/2014/main" id="{72BD24AD-474A-474B-EE84-6709CA5A34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64570" y="152400"/>
              <a:ext cx="619411" cy="619411"/>
            </a:xfrm>
            <a:prstGeom prst="rect">
              <a:avLst/>
            </a:prstGeom>
          </p:spPr>
        </p:pic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7A061B-E2D0-062A-8997-8B6BC4ABE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57200"/>
            <a:ext cx="10515600" cy="9144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652739-D66F-AA7A-6920-E8A8EA4681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6800" y="1593851"/>
            <a:ext cx="10515600" cy="4197349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19654C-F683-C04E-AC9E-E1AB426C28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0413" y="5943600"/>
            <a:ext cx="2913951" cy="914400"/>
          </a:xfrm>
          <a:prstGeom prst="rect">
            <a:avLst/>
          </a:prstGeom>
        </p:spPr>
        <p:txBody>
          <a:bodyPr vert="horz" lIns="91440" tIns="265176" rIns="1005840" bIns="91440" rtlCol="0" anchor="t" anchorCtr="0"/>
          <a:lstStyle>
            <a:lvl1pPr algn="l">
              <a:defRPr sz="1600" b="0">
                <a:solidFill>
                  <a:schemeClr val="tx2"/>
                </a:solidFill>
              </a:defRPr>
            </a:lvl1pPr>
          </a:lstStyle>
          <a:p>
            <a:fld id="{70110835-4DE5-824E-B11F-0CC04EA0DBF6}" type="datetime1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DEAB10-171B-90F2-7CFE-E58935A2E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4388" y="5943600"/>
            <a:ext cx="5026025" cy="914400"/>
          </a:xfrm>
          <a:prstGeom prst="rect">
            <a:avLst/>
          </a:prstGeom>
        </p:spPr>
        <p:txBody>
          <a:bodyPr vert="horz" lIns="548640" tIns="265176" rIns="182880" bIns="91440" rtlCol="0" anchor="t" anchorCtr="0"/>
          <a:lstStyle>
            <a:lvl1pPr algn="l">
              <a:defRPr sz="1600" b="0" i="0">
                <a:solidFill>
                  <a:schemeClr val="tx2"/>
                </a:solidFill>
                <a:latin typeface="+mn-lt"/>
                <a:cs typeface="Arial Narrow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0E1D52-E2F8-EB1B-5C28-22BEBDFE9A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05054" y="5943600"/>
            <a:ext cx="722376" cy="914400"/>
          </a:xfrm>
          <a:prstGeom prst="rect">
            <a:avLst/>
          </a:prstGeom>
        </p:spPr>
        <p:txBody>
          <a:bodyPr vert="horz" lIns="91440" tIns="265176" rIns="91440" bIns="91440" rtlCol="0" anchor="t" anchorCtr="0"/>
          <a:lstStyle>
            <a:lvl1pPr algn="ctr">
              <a:defRPr sz="16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E1D1B55-F3E9-1242-8F18-D4006193687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enn State Mark on Dark BG" hidden="1">
            <a:extLst>
              <a:ext uri="{FF2B5EF4-FFF2-40B4-BE49-F238E27FC236}">
                <a16:creationId xmlns:a16="http://schemas.microsoft.com/office/drawing/2014/main" id="{07DDD425-BFA1-D04C-EFCA-B88DCDAE1B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475488" y="5943600"/>
            <a:ext cx="1978211" cy="914400"/>
          </a:xfrm>
          <a:prstGeom prst="rect">
            <a:avLst/>
          </a:prstGeom>
        </p:spPr>
      </p:pic>
      <p:pic>
        <p:nvPicPr>
          <p:cNvPr id="24" name="Penn State Mark on Light BG" hidden="1">
            <a:extLst>
              <a:ext uri="{FF2B5EF4-FFF2-40B4-BE49-F238E27FC236}">
                <a16:creationId xmlns:a16="http://schemas.microsoft.com/office/drawing/2014/main" id="{4FF244CC-1E2C-0F93-5B63-C9B4115A94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rcRect/>
          <a:stretch/>
        </p:blipFill>
        <p:spPr>
          <a:xfrm>
            <a:off x="914400" y="5867400"/>
            <a:ext cx="1998358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554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2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01168" indent="-201168" algn="l" defTabSz="914400" rtl="0" eaLnBrk="1" latinLnBrk="0" hangingPunct="1">
        <a:lnSpc>
          <a:spcPct val="90000"/>
        </a:lnSpc>
        <a:spcBef>
          <a:spcPts val="2000"/>
        </a:spcBef>
        <a:buClr>
          <a:schemeClr val="tx2"/>
        </a:buClr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9436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tx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051560" indent="-137160" algn="l" defTabSz="914400" rtl="0" eaLnBrk="1" latinLnBrk="0" hangingPunct="1">
        <a:lnSpc>
          <a:spcPct val="90000"/>
        </a:lnSpc>
        <a:spcBef>
          <a:spcPts val="11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417320" indent="-137160" algn="l" defTabSz="914400" rtl="0" eaLnBrk="1" latinLnBrk="0" hangingPunct="1">
        <a:lnSpc>
          <a:spcPct val="90000"/>
        </a:lnSpc>
        <a:spcBef>
          <a:spcPts val="8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965960" indent="-137160" algn="l" defTabSz="914400" rtl="0" eaLnBrk="1" latinLnBrk="0" hangingPunct="1">
        <a:lnSpc>
          <a:spcPct val="90000"/>
        </a:lnSpc>
        <a:spcBef>
          <a:spcPts val="8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>
          <p15:clr>
            <a:srgbClr val="A2B7E6"/>
          </p15:clr>
        </p15:guide>
        <p15:guide id="2" pos="7680">
          <p15:clr>
            <a:srgbClr val="A2B7E6"/>
          </p15:clr>
        </p15:guide>
        <p15:guide id="3" pos="384">
          <p15:clr>
            <a:srgbClr val="A2B7E6"/>
          </p15:clr>
        </p15:guide>
        <p15:guide id="4" pos="672">
          <p15:clr>
            <a:srgbClr val="A2B7E6"/>
          </p15:clr>
        </p15:guide>
        <p15:guide id="5" pos="960">
          <p15:clr>
            <a:srgbClr val="A2B7E6"/>
          </p15:clr>
        </p15:guide>
        <p15:guide id="6" pos="1248">
          <p15:clr>
            <a:srgbClr val="A2B7E6"/>
          </p15:clr>
        </p15:guide>
        <p15:guide id="7" pos="1536">
          <p15:clr>
            <a:srgbClr val="A2B7E6"/>
          </p15:clr>
        </p15:guide>
        <p15:guide id="8" pos="1824">
          <p15:clr>
            <a:srgbClr val="A2B7E6"/>
          </p15:clr>
        </p15:guide>
        <p15:guide id="9" pos="2112">
          <p15:clr>
            <a:srgbClr val="A2B7E6"/>
          </p15:clr>
        </p15:guide>
        <p15:guide id="10" pos="2400">
          <p15:clr>
            <a:srgbClr val="A2B7E6"/>
          </p15:clr>
        </p15:guide>
        <p15:guide id="11" pos="2688">
          <p15:clr>
            <a:srgbClr val="A2B7E6"/>
          </p15:clr>
        </p15:guide>
        <p15:guide id="12" pos="2976">
          <p15:clr>
            <a:srgbClr val="A2B7E6"/>
          </p15:clr>
        </p15:guide>
        <p15:guide id="13" pos="3264">
          <p15:clr>
            <a:srgbClr val="A2B7E6"/>
          </p15:clr>
        </p15:guide>
        <p15:guide id="14" pos="3552">
          <p15:clr>
            <a:srgbClr val="A2B7E6"/>
          </p15:clr>
        </p15:guide>
        <p15:guide id="15" pos="3840">
          <p15:clr>
            <a:srgbClr val="A2B7E6"/>
          </p15:clr>
        </p15:guide>
        <p15:guide id="16" pos="4127">
          <p15:clr>
            <a:srgbClr val="A2B7E6"/>
          </p15:clr>
        </p15:guide>
        <p15:guide id="17" pos="4415">
          <p15:clr>
            <a:srgbClr val="A2B7E6"/>
          </p15:clr>
        </p15:guide>
        <p15:guide id="18" pos="4703">
          <p15:clr>
            <a:srgbClr val="A2B7E6"/>
          </p15:clr>
        </p15:guide>
        <p15:guide id="19" pos="4991">
          <p15:clr>
            <a:srgbClr val="A2B7E6"/>
          </p15:clr>
        </p15:guide>
        <p15:guide id="20" pos="5279">
          <p15:clr>
            <a:srgbClr val="A2B7E6"/>
          </p15:clr>
        </p15:guide>
        <p15:guide id="21" pos="5567">
          <p15:clr>
            <a:srgbClr val="A2B7E6"/>
          </p15:clr>
        </p15:guide>
        <p15:guide id="22" pos="5855">
          <p15:clr>
            <a:srgbClr val="A2B7E6"/>
          </p15:clr>
        </p15:guide>
        <p15:guide id="23" pos="6144">
          <p15:clr>
            <a:srgbClr val="A2B7E6"/>
          </p15:clr>
        </p15:guide>
        <p15:guide id="24" pos="6431">
          <p15:clr>
            <a:srgbClr val="A2B7E6"/>
          </p15:clr>
        </p15:guide>
        <p15:guide id="25" pos="6719">
          <p15:clr>
            <a:srgbClr val="A2B7E6"/>
          </p15:clr>
        </p15:guide>
        <p15:guide id="26" pos="7007">
          <p15:clr>
            <a:srgbClr val="A2B7E6"/>
          </p15:clr>
        </p15:guide>
        <p15:guide id="27" pos="7295">
          <p15:clr>
            <a:srgbClr val="A2B7E6"/>
          </p15:clr>
        </p15:guide>
        <p15:guide id="28" orient="horz">
          <p15:clr>
            <a:srgbClr val="A2B7E6"/>
          </p15:clr>
        </p15:guide>
        <p15:guide id="29" orient="horz" pos="4320">
          <p15:clr>
            <a:srgbClr val="A2B7E6"/>
          </p15:clr>
        </p15:guide>
        <p15:guide id="30" orient="horz" pos="426">
          <p15:clr>
            <a:srgbClr val="A2B7E6"/>
          </p15:clr>
        </p15:guide>
        <p15:guide id="31" orient="horz" pos="1004">
          <p15:clr>
            <a:srgbClr val="A2B7E6"/>
          </p15:clr>
        </p15:guide>
        <p15:guide id="32" orient="horz" pos="1582">
          <p15:clr>
            <a:srgbClr val="A2B7E6"/>
          </p15:clr>
        </p15:guide>
        <p15:guide id="33" orient="horz" pos="2160">
          <p15:clr>
            <a:srgbClr val="A2B7E6"/>
          </p15:clr>
        </p15:guide>
        <p15:guide id="34" orient="horz" pos="2737">
          <p15:clr>
            <a:srgbClr val="A2B7E6"/>
          </p15:clr>
        </p15:guide>
        <p15:guide id="35" orient="horz" pos="3315">
          <p15:clr>
            <a:srgbClr val="A2B7E6"/>
          </p15:clr>
        </p15:guide>
        <p15:guide id="36" orient="horz" pos="3893">
          <p15:clr>
            <a:srgbClr val="A2B7E6"/>
          </p15:clr>
        </p15:guide>
        <p15:guide id="37" orient="horz" pos="403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D9_D462BB90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CE_9DA43EF7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D2_40A7B02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D3_E60BA4F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F2308-0E50-8ADA-7E87-DA529A587B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2010284"/>
            <a:ext cx="10363200" cy="2106025"/>
          </a:xfrm>
        </p:spPr>
        <p:txBody>
          <a:bodyPr anchor="b">
            <a:noAutofit/>
          </a:bodyPr>
          <a:lstStyle/>
          <a:p>
            <a:r>
              <a:rPr lang="en-US" sz="5000" b="0">
                <a:ea typeface="+mj-lt"/>
                <a:cs typeface="+mj-lt"/>
              </a:rPr>
              <a:t>COE Advising Copilot (Configured + Published on Existing Copilot Platform)</a:t>
            </a:r>
            <a:endParaRPr lang="en-US" sz="5000"/>
          </a:p>
        </p:txBody>
      </p:sp>
      <p:sp>
        <p:nvSpPr>
          <p:cNvPr id="9" name="Rectangle 8" descr="Rectangle shape labeled “Basic”">
            <a:extLst>
              <a:ext uri="{FF2B5EF4-FFF2-40B4-BE49-F238E27FC236}">
                <a16:creationId xmlns:a16="http://schemas.microsoft.com/office/drawing/2014/main" id="{D47FDAB2-75FF-DAA9-67EA-1553A91A11F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7924800" y="0"/>
            <a:ext cx="3200400" cy="1219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82880" rtlCol="0" anchor="ctr"/>
          <a:lstStyle/>
          <a:p>
            <a:pPr algn="ctr"/>
            <a:r>
              <a:rPr lang="en-US" sz="6600" b="1">
                <a:solidFill>
                  <a:schemeClr val="tx2"/>
                </a:solidFill>
                <a:latin typeface="+mj-lt"/>
              </a:rPr>
              <a:t>EECS</a:t>
            </a:r>
          </a:p>
        </p:txBody>
      </p:sp>
    </p:spTree>
    <p:extLst>
      <p:ext uri="{BB962C8B-B14F-4D97-AF65-F5344CB8AC3E}">
        <p14:creationId xmlns:p14="http://schemas.microsoft.com/office/powerpoint/2010/main" val="3198862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B57A8-7C70-1B78-4F0F-80159B82B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9891" y="865832"/>
            <a:ext cx="10058400" cy="1066800"/>
          </a:xfrm>
        </p:spPr>
        <p:txBody>
          <a:bodyPr/>
          <a:lstStyle/>
          <a:p>
            <a:r>
              <a:rPr lang="en-US" b="0">
                <a:ea typeface="+mj-lt"/>
                <a:cs typeface="+mj-lt"/>
              </a:rPr>
              <a:t>Retrieval-grounded chatbot that answers student questions using Academic Advisors' approved advising docs</a:t>
            </a: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6A9DF1-8E5A-2CDB-135A-D2B08837E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D1B55-F3E9-1242-8F18-D40061936871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4" name="Picture 3" descr="A diagram of a magnifying glass and a green tick&#10;&#10;AI-generated content may be incorrect.">
            <a:extLst>
              <a:ext uri="{FF2B5EF4-FFF2-40B4-BE49-F238E27FC236}">
                <a16:creationId xmlns:a16="http://schemas.microsoft.com/office/drawing/2014/main" id="{69E8573A-A379-4176-0543-918896A9FDA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38" t="4893" r="127" b="-4893"/>
          <a:stretch>
            <a:fillRect/>
          </a:stretch>
        </p:blipFill>
        <p:spPr>
          <a:xfrm>
            <a:off x="1396301" y="494937"/>
            <a:ext cx="9391030" cy="6566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6693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78A231-63B7-ABA8-F035-4C0E0D2D8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ADE22-D065-5187-9EE1-7257028B2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914400"/>
          </a:xfrm>
        </p:spPr>
        <p:txBody>
          <a:bodyPr/>
          <a:lstStyle/>
          <a:p>
            <a:r>
              <a:rPr lang="en-US" b="0">
                <a:ea typeface="+mj-lt"/>
                <a:cs typeface="+mj-lt"/>
              </a:rPr>
              <a:t>What we are and aren’t building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4DFB38-7E20-AFCB-0B91-E19C61F32F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825625"/>
            <a:ext cx="4412152" cy="4282099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200660" indent="-200660"/>
            <a:r>
              <a:rPr lang="en-US" sz="2600" b="1">
                <a:ea typeface="+mn-lt"/>
                <a:cs typeface="+mn-lt"/>
              </a:rPr>
              <a:t>Goals</a:t>
            </a:r>
            <a:endParaRPr lang="en-US"/>
          </a:p>
          <a:p>
            <a:pPr marL="200660" indent="-200660"/>
            <a:r>
              <a:rPr lang="en-US" sz="2600">
                <a:ea typeface="+mn-lt"/>
                <a:cs typeface="+mn-lt"/>
              </a:rPr>
              <a:t>Consistent responses + citations to sources</a:t>
            </a:r>
            <a:endParaRPr lang="en-US"/>
          </a:p>
          <a:p>
            <a:pPr marL="200660" indent="-200660"/>
            <a:r>
              <a:rPr lang="en-US" sz="2600">
                <a:ea typeface="+mn-lt"/>
                <a:cs typeface="+mn-lt"/>
              </a:rPr>
              <a:t>Safe fallback when info is missing/ambiguous</a:t>
            </a:r>
            <a:endParaRPr lang="en-US"/>
          </a:p>
          <a:p>
            <a:pPr marL="200660" indent="-200660"/>
            <a:r>
              <a:rPr lang="en-US" sz="2600">
                <a:ea typeface="+mn-lt"/>
                <a:cs typeface="+mn-lt"/>
              </a:rPr>
              <a:t>Easy updates as policies change</a:t>
            </a:r>
            <a:endParaRPr lang="en-US"/>
          </a:p>
          <a:p>
            <a:pPr marL="200660" indent="-200660"/>
            <a:r>
              <a:rPr lang="en-US" sz="2600">
                <a:ea typeface="+mn-lt"/>
                <a:cs typeface="+mn-lt"/>
              </a:rPr>
              <a:t>A governed COE-wide copilot instance that stays aligned with COE policy updates</a:t>
            </a:r>
            <a:endParaRPr lang="en-US" sz="2600"/>
          </a:p>
          <a:p>
            <a:pPr marL="200660" indent="-200660"/>
            <a:endParaRPr lang="en-US" sz="260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4E73FE-2E80-3962-B9B6-A0077CCE7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9624" y="5943600"/>
            <a:ext cx="722376" cy="914400"/>
          </a:xfrm>
        </p:spPr>
        <p:txBody>
          <a:bodyPr/>
          <a:lstStyle/>
          <a:p>
            <a:fld id="{3E1D1B55-F3E9-1242-8F18-D40061936871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7257254-576A-7F40-1451-6BF180BFC2FC}"/>
              </a:ext>
            </a:extLst>
          </p:cNvPr>
          <p:cNvSpPr txBox="1">
            <a:spLocks/>
          </p:cNvSpPr>
          <p:nvPr/>
        </p:nvSpPr>
        <p:spPr>
          <a:xfrm>
            <a:off x="6096000" y="1825625"/>
            <a:ext cx="4412152" cy="4282099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 lnSpcReduction="10000"/>
          </a:bodyPr>
          <a:lstStyle>
            <a:lvl1pPr marL="201168" indent="-201168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Clr>
                <a:schemeClr val="tx2"/>
              </a:buClr>
              <a:buFont typeface="Wingdings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7724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51560" indent="-137160" algn="l" defTabSz="914400" rtl="0" eaLnBrk="1" latinLnBrk="0" hangingPunct="1">
              <a:lnSpc>
                <a:spcPct val="90000"/>
              </a:lnSpc>
              <a:spcBef>
                <a:spcPts val="11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17320" indent="-13716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65960" indent="-13716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00660" indent="-200660"/>
            <a:r>
              <a:rPr lang="en-US" sz="2600" b="1">
                <a:ea typeface="+mn-lt"/>
                <a:cs typeface="+mn-lt"/>
              </a:rPr>
              <a:t>Non-goals</a:t>
            </a:r>
            <a:endParaRPr lang="en-US"/>
          </a:p>
          <a:p>
            <a:pPr marL="200660" indent="-200660"/>
            <a:r>
              <a:rPr lang="en-US" sz="2600">
                <a:ea typeface="+mn-lt"/>
                <a:cs typeface="+mn-lt"/>
              </a:rPr>
              <a:t>Not a decision-maker for petitions</a:t>
            </a:r>
            <a:endParaRPr lang="en-US"/>
          </a:p>
          <a:p>
            <a:pPr marL="200660" indent="-200660"/>
            <a:r>
              <a:rPr lang="en-US" sz="2600">
                <a:ea typeface="+mn-lt"/>
                <a:cs typeface="+mn-lt"/>
              </a:rPr>
              <a:t>Not handling personal-sensitive student records</a:t>
            </a:r>
            <a:endParaRPr lang="en-US"/>
          </a:p>
          <a:p>
            <a:pPr marL="200660" indent="-200660"/>
            <a:r>
              <a:rPr lang="en-US" sz="2600">
                <a:ea typeface="+mn-lt"/>
                <a:cs typeface="+mn-lt"/>
              </a:rPr>
              <a:t>Not replacing </a:t>
            </a:r>
            <a:r>
              <a:rPr lang="en-US" sz="2600" err="1">
                <a:ea typeface="+mn-lt"/>
                <a:cs typeface="+mn-lt"/>
              </a:rPr>
              <a:t>LionPATH</a:t>
            </a:r>
            <a:r>
              <a:rPr lang="en-US" sz="2600">
                <a:ea typeface="+mn-lt"/>
                <a:cs typeface="+mn-lt"/>
              </a:rPr>
              <a:t> or official degree audit</a:t>
            </a:r>
            <a:endParaRPr lang="en-US"/>
          </a:p>
          <a:p>
            <a:pPr marL="200660" indent="-200660"/>
            <a:r>
              <a:rPr lang="en-US" sz="2600">
                <a:ea typeface="+mn-lt"/>
                <a:cs typeface="+mn-lt"/>
              </a:rPr>
              <a:t>Training or replacing the copilot model</a:t>
            </a:r>
            <a:endParaRPr lang="en-US" sz="2600"/>
          </a:p>
          <a:p>
            <a:pPr marL="200660" indent="-200660"/>
            <a:endParaRPr lang="en-US" sz="2600" b="1"/>
          </a:p>
        </p:txBody>
      </p:sp>
    </p:spTree>
    <p:extLst>
      <p:ext uri="{BB962C8B-B14F-4D97-AF65-F5344CB8AC3E}">
        <p14:creationId xmlns:p14="http://schemas.microsoft.com/office/powerpoint/2010/main" val="42623851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C9279A-D59D-1E97-AA2C-20712B466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A2D28-3F8A-8061-2910-F5EB49BAB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914400"/>
          </a:xfrm>
        </p:spPr>
        <p:txBody>
          <a:bodyPr/>
          <a:lstStyle/>
          <a:p>
            <a:r>
              <a:rPr lang="en-US" b="0">
                <a:ea typeface="+mj-lt"/>
                <a:cs typeface="+mj-lt"/>
              </a:rPr>
              <a:t>Proposed solution: Configure Copilot with COE-approved knowledge + guardrails</a:t>
            </a:r>
            <a:endParaRPr lang="en-US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FEA4D-CF25-1AAD-7A62-B83C98D1A6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775384"/>
            <a:ext cx="10056813" cy="433987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00660" indent="-200660">
              <a:buFont typeface="Wingdings"/>
              <a:buChar char="§"/>
            </a:pPr>
            <a:r>
              <a:rPr lang="en-US">
                <a:ea typeface="+mn-lt"/>
                <a:cs typeface="+mn-lt"/>
              </a:rPr>
              <a:t>Use existing Copilot platform features:</a:t>
            </a:r>
          </a:p>
          <a:p>
            <a:pPr marL="200660" indent="-200660">
              <a:buFont typeface="Wingdings"/>
              <a:buChar char="§"/>
            </a:pPr>
            <a:r>
              <a:rPr lang="en-US" b="1">
                <a:ea typeface="+mn-lt"/>
                <a:cs typeface="+mn-lt"/>
              </a:rPr>
              <a:t>Knowledge ingestion:</a:t>
            </a:r>
            <a:r>
              <a:rPr lang="en-US">
                <a:ea typeface="+mn-lt"/>
                <a:cs typeface="+mn-lt"/>
              </a:rPr>
              <a:t> Pain Point Pack + COE advising PDFs</a:t>
            </a:r>
            <a:endParaRPr lang="en-US"/>
          </a:p>
          <a:p>
            <a:pPr marL="200660" indent="-200660">
              <a:buFont typeface="Wingdings"/>
              <a:buChar char="§"/>
            </a:pPr>
            <a:r>
              <a:rPr lang="en-US" b="1">
                <a:ea typeface="+mn-lt"/>
                <a:cs typeface="+mn-lt"/>
              </a:rPr>
              <a:t>Retrieval + citations:</a:t>
            </a:r>
            <a:r>
              <a:rPr lang="en-US">
                <a:ea typeface="+mn-lt"/>
                <a:cs typeface="+mn-lt"/>
              </a:rPr>
              <a:t> responses link back to source sections</a:t>
            </a:r>
            <a:endParaRPr lang="en-US"/>
          </a:p>
          <a:p>
            <a:pPr marL="200660" indent="-200660">
              <a:buFont typeface="Wingdings"/>
              <a:buChar char="§"/>
            </a:pPr>
            <a:r>
              <a:rPr lang="en-US" b="1">
                <a:ea typeface="+mn-lt"/>
                <a:cs typeface="+mn-lt"/>
              </a:rPr>
              <a:t>Guardrails:</a:t>
            </a:r>
            <a:r>
              <a:rPr lang="en-US">
                <a:ea typeface="+mn-lt"/>
                <a:cs typeface="+mn-lt"/>
              </a:rPr>
              <a:t> “allowed response” + safe fallback</a:t>
            </a:r>
            <a:endParaRPr lang="en-US"/>
          </a:p>
          <a:p>
            <a:pPr marL="200660" indent="-200660">
              <a:buFont typeface="Wingdings"/>
              <a:buChar char="§"/>
            </a:pPr>
            <a:r>
              <a:rPr lang="en-US" b="1">
                <a:ea typeface="+mn-lt"/>
                <a:cs typeface="+mn-lt"/>
              </a:rPr>
              <a:t>Publish to COE</a:t>
            </a:r>
            <a:r>
              <a:rPr lang="en-US">
                <a:ea typeface="+mn-lt"/>
                <a:cs typeface="+mn-lt"/>
              </a:rPr>
              <a:t> audience (scoped access)</a:t>
            </a:r>
            <a:endParaRPr lang="en-US"/>
          </a:p>
          <a:p>
            <a:pPr marL="0" indent="0">
              <a:buNone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F9F49-C945-1F7F-FE1C-00C31A6FE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9624" y="5943600"/>
            <a:ext cx="722376" cy="914400"/>
          </a:xfrm>
        </p:spPr>
        <p:txBody>
          <a:bodyPr/>
          <a:lstStyle/>
          <a:p>
            <a:fld id="{3E1D1B55-F3E9-1242-8F18-D40061936871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4256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E493C-607B-B2DA-1533-2E954688F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B0AEF-A8B5-730E-01A4-D882E2A3D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914400"/>
          </a:xfrm>
        </p:spPr>
        <p:txBody>
          <a:bodyPr/>
          <a:lstStyle/>
          <a:p>
            <a:r>
              <a:rPr lang="en-US" b="0">
                <a:ea typeface="+mj-lt"/>
                <a:cs typeface="+mj-lt"/>
              </a:rPr>
              <a:t>Guardrails: “Allowed response” + default fallback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BDBA82-F25D-401B-D814-840057CD0F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0908" y="1825625"/>
            <a:ext cx="9464798" cy="373697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00660" indent="-200660">
              <a:buFont typeface="Wingdings"/>
              <a:buChar char="§"/>
            </a:pPr>
            <a:r>
              <a:rPr lang="en-US">
                <a:ea typeface="+mn-lt"/>
                <a:cs typeface="+mn-lt"/>
              </a:rPr>
              <a:t>“Allowed response” is implemented as:</a:t>
            </a:r>
          </a:p>
          <a:p>
            <a:pPr lvl="1">
              <a:buFont typeface="Arial"/>
              <a:buChar char="•"/>
            </a:pPr>
            <a:r>
              <a:rPr lang="en-US" sz="2800">
                <a:ea typeface="+mn-lt"/>
                <a:cs typeface="+mn-lt"/>
              </a:rPr>
              <a:t>response templates + system rules</a:t>
            </a:r>
            <a:endParaRPr lang="en-US">
              <a:ea typeface="+mn-lt"/>
              <a:cs typeface="+mn-lt"/>
            </a:endParaRPr>
          </a:p>
          <a:p>
            <a:pPr lvl="1">
              <a:buFont typeface="Arial"/>
              <a:buChar char="•"/>
            </a:pPr>
            <a:r>
              <a:rPr lang="en-US" sz="2800">
                <a:ea typeface="+mn-lt"/>
                <a:cs typeface="+mn-lt"/>
              </a:rPr>
              <a:t>citation requirement</a:t>
            </a:r>
            <a:endParaRPr lang="en-US"/>
          </a:p>
          <a:p>
            <a:pPr lvl="1">
              <a:buFont typeface="Arial"/>
              <a:buChar char="•"/>
            </a:pPr>
            <a:r>
              <a:rPr lang="en-US" sz="2800">
                <a:ea typeface="+mn-lt"/>
                <a:cs typeface="+mn-lt"/>
              </a:rPr>
              <a:t>refusal/escalation logic when unsupported</a:t>
            </a:r>
            <a:endParaRPr lang="en-US"/>
          </a:p>
          <a:p>
            <a:pPr marL="200660" indent="-200660">
              <a:buFont typeface="Wingdings"/>
            </a:pPr>
            <a:r>
              <a:rPr lang="en-US">
                <a:ea typeface="+mn-lt"/>
                <a:cs typeface="+mn-lt"/>
              </a:rPr>
              <a:t>“Default response” includes:</a:t>
            </a:r>
          </a:p>
          <a:p>
            <a:pPr lvl="1">
              <a:buFont typeface="Arial"/>
              <a:buChar char="•"/>
            </a:pPr>
            <a:r>
              <a:rPr lang="en-US" sz="2800">
                <a:ea typeface="+mn-lt"/>
                <a:cs typeface="+mn-lt"/>
              </a:rPr>
              <a:t>“I can’t confirm from approved COE docs…” + routing guidance</a:t>
            </a:r>
            <a:endParaRPr lang="en-US"/>
          </a:p>
          <a:p>
            <a:pPr marL="200660" indent="-200660">
              <a:buFont typeface="Wingdings"/>
              <a:buChar char="§"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5DE4B2-8F2F-6403-0FA2-BC5E04703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9624" y="5943600"/>
            <a:ext cx="722376" cy="914400"/>
          </a:xfrm>
        </p:spPr>
        <p:txBody>
          <a:bodyPr/>
          <a:lstStyle/>
          <a:p>
            <a:fld id="{3E1D1B55-F3E9-1242-8F18-D40061936871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3968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2FC77-E02D-0E38-E7ED-97562A6FE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DF77A-92DB-6EAE-E3A7-373EDE2E0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914400"/>
          </a:xfrm>
        </p:spPr>
        <p:txBody>
          <a:bodyPr/>
          <a:lstStyle/>
          <a:p>
            <a:r>
              <a:rPr lang="en-US" b="0">
                <a:ea typeface="+mj-lt"/>
                <a:cs typeface="+mj-lt"/>
              </a:rPr>
              <a:t>Implementation: Copilot configuration workstreams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58E1D3-2ED7-C511-ED86-2CD4F26E3F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775384"/>
            <a:ext cx="10056813" cy="433987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00660" indent="-200660">
              <a:buFont typeface="Wingdings"/>
              <a:buChar char="§"/>
            </a:pPr>
            <a:r>
              <a:rPr lang="en-US" b="1">
                <a:ea typeface="+mn-lt"/>
                <a:cs typeface="+mn-lt"/>
              </a:rPr>
              <a:t>Content readiness:</a:t>
            </a:r>
            <a:r>
              <a:rPr lang="en-US">
                <a:ea typeface="+mn-lt"/>
                <a:cs typeface="+mn-lt"/>
              </a:rPr>
              <a:t> clean PDFs and PPTXs, chunking-friendly formatting, metadata tags (doc type, owner, date)</a:t>
            </a:r>
          </a:p>
          <a:p>
            <a:pPr marL="200660" indent="-200660">
              <a:buFont typeface="Wingdings"/>
              <a:buChar char="§"/>
            </a:pPr>
            <a:r>
              <a:rPr lang="en-US" b="1">
                <a:ea typeface="+mn-lt"/>
                <a:cs typeface="+mn-lt"/>
              </a:rPr>
              <a:t>Copilot knowledge setup:</a:t>
            </a:r>
            <a:r>
              <a:rPr lang="en-US">
                <a:ea typeface="+mn-lt"/>
                <a:cs typeface="+mn-lt"/>
              </a:rPr>
              <a:t> upload/connect sources, scope collections by topic</a:t>
            </a:r>
          </a:p>
          <a:p>
            <a:pPr marL="200660" indent="-200660">
              <a:buFont typeface="Wingdings"/>
              <a:buChar char="§"/>
            </a:pPr>
            <a:r>
              <a:rPr lang="en-US" b="1">
                <a:ea typeface="+mn-lt"/>
                <a:cs typeface="+mn-lt"/>
              </a:rPr>
              <a:t>Prompting + response policy:</a:t>
            </a:r>
            <a:r>
              <a:rPr lang="en-US">
                <a:ea typeface="+mn-lt"/>
                <a:cs typeface="+mn-lt"/>
              </a:rPr>
              <a:t> allowed response rules + tone</a:t>
            </a:r>
          </a:p>
          <a:p>
            <a:pPr marL="200660" indent="-200660">
              <a:buFont typeface="Wingdings"/>
              <a:buChar char="§"/>
            </a:pPr>
            <a:r>
              <a:rPr lang="en-US" b="1">
                <a:ea typeface="+mn-lt"/>
                <a:cs typeface="+mn-lt"/>
              </a:rPr>
              <a:t>Publishing + permissions:</a:t>
            </a:r>
            <a:r>
              <a:rPr lang="en-US">
                <a:ea typeface="+mn-lt"/>
                <a:cs typeface="+mn-lt"/>
              </a:rPr>
              <a:t> COE groups, role-based access</a:t>
            </a:r>
          </a:p>
          <a:p>
            <a:pPr marL="200660" indent="-200660">
              <a:buFont typeface="Wingdings"/>
              <a:buChar char="§"/>
            </a:pPr>
            <a:endParaRPr lang="en-US">
              <a:ea typeface="+mn-lt"/>
              <a:cs typeface="+mn-lt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3FBC4C-FF51-16F9-2D93-3A940202F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9624" y="5943600"/>
            <a:ext cx="722376" cy="914400"/>
          </a:xfrm>
        </p:spPr>
        <p:txBody>
          <a:bodyPr/>
          <a:lstStyle/>
          <a:p>
            <a:fld id="{3E1D1B55-F3E9-1242-8F18-D40061936871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24033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ECEE7-94C4-D2BF-62AA-97F7B3C20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3A37D-375C-ECB6-9CA4-108710013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914400"/>
          </a:xfrm>
        </p:spPr>
        <p:txBody>
          <a:bodyPr/>
          <a:lstStyle/>
          <a:p>
            <a:r>
              <a:rPr lang="en-US" b="0">
                <a:ea typeface="+mj-lt"/>
                <a:cs typeface="+mj-lt"/>
              </a:rPr>
              <a:t>Deployment: Copilot platform + COE knowledge sources </a:t>
            </a:r>
            <a:endParaRPr lang="en-US" b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D18FDA-8CEB-F078-FF80-48FBCEDB87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825625"/>
            <a:ext cx="10056813" cy="3736975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200660" indent="-200660">
              <a:buFont typeface="Calibri" pitchFamily="2" charset="2"/>
              <a:buChar char="-"/>
            </a:pPr>
            <a:r>
              <a:rPr lang="en-US">
                <a:ea typeface="+mn-lt"/>
                <a:cs typeface="+mn-lt"/>
              </a:rPr>
              <a:t>Users (Students / Advisors / Staff)</a:t>
            </a:r>
            <a:endParaRPr lang="en-US"/>
          </a:p>
          <a:p>
            <a:pPr marL="200660" indent="-200660">
              <a:buFont typeface="Calibri" pitchFamily="2" charset="2"/>
              <a:buChar char="-"/>
            </a:pPr>
            <a:r>
              <a:rPr lang="en-US">
                <a:ea typeface="+mn-lt"/>
                <a:cs typeface="+mn-lt"/>
              </a:rPr>
              <a:t>COE Copilot (existing platform)</a:t>
            </a:r>
          </a:p>
          <a:p>
            <a:pPr marL="200660" indent="-200660">
              <a:buFont typeface="Calibri" pitchFamily="2" charset="2"/>
              <a:buChar char="-"/>
            </a:pPr>
            <a:r>
              <a:rPr lang="en-US">
                <a:ea typeface="+mn-lt"/>
                <a:cs typeface="+mn-lt"/>
              </a:rPr>
              <a:t>Approved Knowledge Sources (Pain Point Pack + COE advising PDFs)</a:t>
            </a:r>
            <a:endParaRPr lang="en-US"/>
          </a:p>
          <a:p>
            <a:pPr marL="200660" indent="-200660">
              <a:buFont typeface="Calibri" pitchFamily="2" charset="2"/>
              <a:buChar char="-"/>
            </a:pPr>
            <a:r>
              <a:rPr lang="en-US">
                <a:ea typeface="+mn-lt"/>
                <a:cs typeface="+mn-lt"/>
              </a:rPr>
              <a:t>Access Control / Authentication (PSU accounts)</a:t>
            </a:r>
          </a:p>
          <a:p>
            <a:pPr marL="200660" indent="-200660">
              <a:buFont typeface="Calibri" pitchFamily="2" charset="2"/>
              <a:buChar char="-"/>
            </a:pPr>
            <a:r>
              <a:rPr lang="en-US">
                <a:ea typeface="+mn-lt"/>
                <a:cs typeface="+mn-lt"/>
              </a:rPr>
              <a:t>Logging/Analytics </a:t>
            </a:r>
          </a:p>
          <a:p>
            <a:pPr marL="200660" indent="-200660">
              <a:buFont typeface="Calibri" pitchFamily="2" charset="2"/>
              <a:buChar char="-"/>
            </a:pPr>
            <a:r>
              <a:rPr lang="en-US">
                <a:ea typeface="+mn-lt"/>
                <a:cs typeface="+mn-lt"/>
              </a:rPr>
              <a:t>Feedback channel </a:t>
            </a:r>
            <a:endParaRPr lang="en-US"/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We are configuring and publishing, not hosting the infrastructure.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56591A-8110-2237-8FE4-4046D3F6A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9624" y="5943600"/>
            <a:ext cx="722376" cy="914400"/>
          </a:xfrm>
        </p:spPr>
        <p:txBody>
          <a:bodyPr/>
          <a:lstStyle/>
          <a:p>
            <a:fld id="{3E1D1B55-F3E9-1242-8F18-D40061936871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78693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95EFD-1841-2845-EA7F-9CE650349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1E2DA-E825-0C82-2EEE-1EA0A9052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914400"/>
          </a:xfrm>
        </p:spPr>
        <p:txBody>
          <a:bodyPr/>
          <a:lstStyle/>
          <a:p>
            <a:r>
              <a:rPr lang="en-US" b="0">
                <a:ea typeface="+mj-lt"/>
                <a:cs typeface="+mj-lt"/>
              </a:rPr>
              <a:t>Technical evidence to date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C92133-4A19-3995-DEE5-C4B4BB05A2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825625"/>
            <a:ext cx="10056813" cy="373697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00660" indent="-200660">
              <a:buFont typeface="Wingdings"/>
              <a:buChar char="§"/>
            </a:pPr>
            <a:r>
              <a:rPr lang="en-US">
                <a:ea typeface="+mn-lt"/>
                <a:cs typeface="+mn-lt"/>
              </a:rPr>
              <a:t>Ingestion working on initial PDF set (X docs, Y pages)</a:t>
            </a:r>
          </a:p>
          <a:p>
            <a:pPr marL="200660" indent="-200660">
              <a:buFont typeface="Wingdings"/>
            </a:pPr>
            <a:r>
              <a:rPr lang="en-US">
                <a:ea typeface="+mn-lt"/>
                <a:cs typeface="+mn-lt"/>
              </a:rPr>
              <a:t>Retrieval returning relevant sections for common scenarios</a:t>
            </a:r>
          </a:p>
          <a:p>
            <a:pPr marL="200660" indent="-200660">
              <a:buFont typeface="Wingdings"/>
            </a:pPr>
            <a:r>
              <a:rPr lang="en-US">
                <a:ea typeface="+mn-lt"/>
                <a:cs typeface="+mn-lt"/>
              </a:rPr>
              <a:t>Copilot answers include citations to COE docs</a:t>
            </a:r>
          </a:p>
          <a:p>
            <a:pPr marL="200660" indent="-200660">
              <a:buFont typeface="Wingdings"/>
              <a:buChar char="§"/>
            </a:pPr>
            <a:r>
              <a:rPr lang="en-US">
                <a:ea typeface="+mn-lt"/>
                <a:cs typeface="+mn-lt"/>
              </a:rPr>
              <a:t>Common question types show consistent policy phrasing</a:t>
            </a:r>
            <a:endParaRPr lang="en-US"/>
          </a:p>
          <a:p>
            <a:pPr marL="0" indent="0">
              <a:buNone/>
            </a:pPr>
            <a:endParaRPr lang="en-US" b="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2EED11-DBF3-9778-8D45-997B2A9C6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9624" y="5943600"/>
            <a:ext cx="722376" cy="914400"/>
          </a:xfrm>
        </p:spPr>
        <p:txBody>
          <a:bodyPr/>
          <a:lstStyle/>
          <a:p>
            <a:fld id="{3E1D1B55-F3E9-1242-8F18-D40061936871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9007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8B55C-5FEF-265C-5E6A-1B32F09C6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CD646-2021-582A-2AA6-E5E701410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914400"/>
          </a:xfrm>
        </p:spPr>
        <p:txBody>
          <a:bodyPr/>
          <a:lstStyle/>
          <a:p>
            <a:r>
              <a:rPr lang="en-US" b="0">
                <a:ea typeface="+mj-lt"/>
                <a:cs typeface="+mj-lt"/>
              </a:rPr>
              <a:t>Evaluation plan (what we’ll measure)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06D280-FB8A-538C-BF9E-4899B440F0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561856"/>
            <a:ext cx="10056813" cy="3736975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200660" indent="-200660">
              <a:buFont typeface="Wingdings"/>
              <a:buChar char="§"/>
            </a:pPr>
            <a:r>
              <a:rPr lang="en-US">
                <a:ea typeface="+mn-lt"/>
                <a:cs typeface="+mn-lt"/>
              </a:rPr>
              <a:t>Some Test sets i.e. scenarios written by advisors/team</a:t>
            </a:r>
            <a:endParaRPr lang="en-US"/>
          </a:p>
          <a:p>
            <a:pPr marL="200660" indent="-200660">
              <a:buFont typeface="Wingdings"/>
              <a:buChar char="§"/>
            </a:pPr>
            <a:r>
              <a:rPr lang="en-US">
                <a:ea typeface="+mn-lt"/>
                <a:cs typeface="+mn-lt"/>
              </a:rPr>
              <a:t>Retrieval correctness </a:t>
            </a:r>
            <a:endParaRPr lang="en-US"/>
          </a:p>
          <a:p>
            <a:pPr marL="200660" indent="-200660">
              <a:buFont typeface="Wingdings"/>
              <a:buChar char="§"/>
            </a:pPr>
            <a:r>
              <a:rPr lang="en-US">
                <a:ea typeface="+mn-lt"/>
                <a:cs typeface="+mn-lt"/>
              </a:rPr>
              <a:t>Citation validity rate (answer claims supported by citations)</a:t>
            </a:r>
          </a:p>
          <a:p>
            <a:pPr marL="200660" indent="-200660">
              <a:buFont typeface="Wingdings"/>
              <a:buChar char="§"/>
            </a:pPr>
            <a:r>
              <a:rPr lang="en-US">
                <a:ea typeface="+mn-lt"/>
                <a:cs typeface="+mn-lt"/>
              </a:rPr>
              <a:t>Fallback appropriateness rate (did it refuse when it should?)</a:t>
            </a:r>
            <a:endParaRPr lang="en-US"/>
          </a:p>
          <a:p>
            <a:pPr marL="200660" indent="-200660">
              <a:buFont typeface="Wingdings"/>
              <a:buChar char="§"/>
            </a:pPr>
            <a:endParaRPr lang="en-US"/>
          </a:p>
          <a:p>
            <a:pPr marL="200660" indent="-200660">
              <a:buFont typeface="Wingdings"/>
              <a:buChar char="§"/>
            </a:pPr>
            <a:endParaRPr lang="en-US"/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We are evaluating the copilot configuration, not training a model.</a:t>
            </a:r>
            <a:endParaRPr lang="en-US"/>
          </a:p>
          <a:p>
            <a:pPr marL="0" indent="0">
              <a:buNone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1BF06D-655B-E6A3-10A2-2A8575BCC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9624" y="5943600"/>
            <a:ext cx="722376" cy="914400"/>
          </a:xfrm>
        </p:spPr>
        <p:txBody>
          <a:bodyPr/>
          <a:lstStyle/>
          <a:p>
            <a:fld id="{3E1D1B55-F3E9-1242-8F18-D40061936871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73142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CDB7F-6722-99EF-A2A2-FF793D5E2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E5BC6-8A87-5F53-AFCA-00B9FAC7F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914400"/>
          </a:xfrm>
        </p:spPr>
        <p:txBody>
          <a:bodyPr/>
          <a:lstStyle/>
          <a:p>
            <a:r>
              <a:rPr lang="en-US" b="0">
                <a:ea typeface="+mj-lt"/>
                <a:cs typeface="+mj-lt"/>
              </a:rPr>
              <a:t>Roadmap + guidance request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0C7240-8F89-2EA6-9E2C-B64CCC2B90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825625"/>
            <a:ext cx="10056813" cy="373697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600" b="1">
                <a:ea typeface="+mn-lt"/>
                <a:cs typeface="+mn-lt"/>
              </a:rPr>
              <a:t>Roadmap: </a:t>
            </a:r>
            <a:r>
              <a:rPr lang="en-US" sz="2600">
                <a:ea typeface="+mn-lt"/>
                <a:cs typeface="+mn-lt"/>
              </a:rPr>
              <a:t>Pilot (single unit) → COE internal release → COE publish</a:t>
            </a:r>
            <a:endParaRPr lang="en-US" sz="2600" b="1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600" b="1">
                <a:ea typeface="+mn-lt"/>
                <a:cs typeface="+mn-lt"/>
              </a:rPr>
              <a:t>Questions for you, Professor:</a:t>
            </a:r>
            <a:endParaRPr lang="en-US" sz="2600">
              <a:ea typeface="+mn-lt"/>
              <a:cs typeface="+mn-lt"/>
            </a:endParaRPr>
          </a:p>
          <a:p>
            <a:pPr marL="200660" indent="-200660"/>
            <a:r>
              <a:rPr lang="en-US" sz="2600">
                <a:ea typeface="+mn-lt"/>
                <a:cs typeface="+mn-lt"/>
              </a:rPr>
              <a:t>Are we scoping the right document set and question types?</a:t>
            </a:r>
            <a:endParaRPr lang="en-US"/>
          </a:p>
          <a:p>
            <a:pPr marL="200660" indent="-200660"/>
            <a:r>
              <a:rPr lang="en-US" sz="2600">
                <a:ea typeface="+mn-lt"/>
                <a:cs typeface="+mn-lt"/>
              </a:rPr>
              <a:t>What “failure modes” should we prioritize?</a:t>
            </a:r>
            <a:endParaRPr lang="en-US"/>
          </a:p>
          <a:p>
            <a:pPr marL="200660" indent="-200660"/>
            <a:r>
              <a:rPr lang="en-US" sz="2600">
                <a:ea typeface="+mn-lt"/>
                <a:cs typeface="+mn-lt"/>
              </a:rPr>
              <a:t>Any must-read related work we should cite?</a:t>
            </a:r>
            <a:endParaRPr lang="en-US"/>
          </a:p>
          <a:p>
            <a:pPr marL="200660" indent="-200660"/>
            <a:r>
              <a:rPr lang="en-US" sz="2600">
                <a:ea typeface="+mn-lt"/>
                <a:cs typeface="+mn-lt"/>
              </a:rPr>
              <a:t>Should we pursue a small pilot in one advising unit first?</a:t>
            </a:r>
            <a:endParaRPr lang="en-US"/>
          </a:p>
          <a:p>
            <a:pPr marL="200660" indent="-200660"/>
            <a:endParaRPr lang="en-US" sz="260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4483D4-36CC-90BF-0015-7054D8132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9624" y="5943600"/>
            <a:ext cx="722376" cy="914400"/>
          </a:xfrm>
        </p:spPr>
        <p:txBody>
          <a:bodyPr/>
          <a:lstStyle/>
          <a:p>
            <a:fld id="{3E1D1B55-F3E9-1242-8F18-D40061936871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52280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4516E-415E-78FB-CEB5-20777994F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74F00-01E0-BC70-D06F-FDEF4A5EF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732054"/>
            <a:ext cx="10972800" cy="955118"/>
          </a:xfrm>
        </p:spPr>
        <p:txBody>
          <a:bodyPr/>
          <a:lstStyle/>
          <a:p>
            <a:r>
              <a:rPr lang="en-US" b="0">
                <a:ea typeface="+mj-lt"/>
                <a:cs typeface="+mj-lt"/>
              </a:rPr>
              <a:t>THANK YOU!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242DC5-9162-8FF8-6F09-E04CEC369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9624" y="5943600"/>
            <a:ext cx="722376" cy="914400"/>
          </a:xfrm>
        </p:spPr>
        <p:txBody>
          <a:bodyPr/>
          <a:lstStyle/>
          <a:p>
            <a:fld id="{3E1D1B55-F3E9-1242-8F18-D40061936871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672076"/>
      </p:ext>
    </p:extLst>
  </p:cSld>
  <p:clrMapOvr>
    <a:masterClrMapping/>
  </p:clrMapOvr>
</p:sld>
</file>

<file path=ppt/theme/theme1.xml><?xml version="1.0" encoding="utf-8"?>
<a:theme xmlns:a="http://schemas.openxmlformats.org/drawingml/2006/main" name="PSU Corner Shield Basic Theme">
  <a:themeElements>
    <a:clrScheme name="PSU Base Color Theme">
      <a:dk1>
        <a:srgbClr val="262626"/>
      </a:dk1>
      <a:lt1>
        <a:srgbClr val="FFFFFF"/>
      </a:lt1>
      <a:dk2>
        <a:srgbClr val="1E407C"/>
      </a:dk2>
      <a:lt2>
        <a:srgbClr val="CCF0FF"/>
      </a:lt2>
      <a:accent1>
        <a:srgbClr val="009CDE"/>
      </a:accent1>
      <a:accent2>
        <a:srgbClr val="1E407C"/>
      </a:accent2>
      <a:accent3>
        <a:srgbClr val="A2AAAD"/>
      </a:accent3>
      <a:accent4>
        <a:srgbClr val="96BEE6"/>
      </a:accent4>
      <a:accent5>
        <a:srgbClr val="3EA39E"/>
      </a:accent5>
      <a:accent6>
        <a:srgbClr val="304D64"/>
      </a:accent6>
      <a:hlink>
        <a:srgbClr val="005FA9"/>
      </a:hlink>
      <a:folHlink>
        <a:srgbClr val="AC8DCE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 dirty="0" smtClean="0">
            <a:solidFill>
              <a:schemeClr val="bg2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cmpd="sng">
          <a:solidFill>
            <a:schemeClr val="tx2"/>
          </a:solidFill>
          <a:tailEnd type="none"/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PT_Corner-Shield_v03-02.pptx" id="{199CED2F-3E11-A249-A8A0-371F2253AE5A}" vid="{7D869A32-DE16-724D-AC64-F2155F6B8477}"/>
    </a:ext>
  </a:extLst>
</a:theme>
</file>

<file path=ppt/theme/theme2.xml><?xml version="1.0" encoding="utf-8"?>
<a:theme xmlns:a="http://schemas.openxmlformats.org/drawingml/2006/main" name="PSU PowerPoint Quickstart">
  <a:themeElements>
    <a:clrScheme name="PSU Base Color Theme">
      <a:dk1>
        <a:srgbClr val="262626"/>
      </a:dk1>
      <a:lt1>
        <a:srgbClr val="FFFFFF"/>
      </a:lt1>
      <a:dk2>
        <a:srgbClr val="1E407C"/>
      </a:dk2>
      <a:lt2>
        <a:srgbClr val="CCF0FF"/>
      </a:lt2>
      <a:accent1>
        <a:srgbClr val="009CDE"/>
      </a:accent1>
      <a:accent2>
        <a:srgbClr val="1E407C"/>
      </a:accent2>
      <a:accent3>
        <a:srgbClr val="A2AAAD"/>
      </a:accent3>
      <a:accent4>
        <a:srgbClr val="96BEE6"/>
      </a:accent4>
      <a:accent5>
        <a:srgbClr val="3EA39E"/>
      </a:accent5>
      <a:accent6>
        <a:srgbClr val="304D64"/>
      </a:accent6>
      <a:hlink>
        <a:srgbClr val="005FA9"/>
      </a:hlink>
      <a:folHlink>
        <a:srgbClr val="AC8DCE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PT_Corner-Shield_v03-02.pptx" id="{199CED2F-3E11-A249-A8A0-371F2253AE5A}" vid="{345377B1-FF34-E241-A5B3-510890075838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64867D4D53E3D4DAEB8A24C74DE7595" ma:contentTypeVersion="0" ma:contentTypeDescription="Create a new document." ma:contentTypeScope="" ma:versionID="8b1d02755e4bc9d146eb01fd75d1c180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00c6692915ba10984c0aabd49f31b2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3C83BC7-AE5F-43EE-B82C-5758B69134B6}">
  <ds:schemaRefs>
    <ds:schemaRef ds:uri="28f5b418-f2c1-4a16-8283-c5ed56dbb9cc"/>
    <ds:schemaRef ds:uri="3c8fd356-1280-4d00-a910-3bff90828a90"/>
    <ds:schemaRef ds:uri="542b8847-f5d4-4c9f-bd30-657d16e5db1d"/>
    <ds:schemaRef ds:uri="c7c738f6-68ec-422e-b0e4-3523873f7adf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2D3C5FBF-CEB1-4F21-9D6B-FCB7D4B4E06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738095F-BA43-4127-AB3F-24EA00D302AA}"/>
</file>

<file path=docMetadata/LabelInfo.xml><?xml version="1.0" encoding="utf-8"?>
<clbl:labelList xmlns:clbl="http://schemas.microsoft.com/office/2020/mipLabelMetadata">
  <clbl:label id="{7cf48d45-3ddb-4389-a9c1-c115526eb52e}" enabled="0" method="" siteId="{7cf48d45-3ddb-4389-a9c1-c115526eb52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PSU Corner Shield Basic Theme</Template>
  <Application>Microsoft Office PowerPoint</Application>
  <PresentationFormat>Widescreen</PresentationFormat>
  <Slides>11</Slides>
  <Notes>11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PSU Corner Shield Basic Theme</vt:lpstr>
      <vt:lpstr>PSU PowerPoint Quickstart</vt:lpstr>
      <vt:lpstr>COE Advising Copilot (Configured + Published on Existing Copilot Platform)</vt:lpstr>
      <vt:lpstr>Retrieval-grounded chatbot that answers student questions using Academic Advisors' approved advising docs</vt:lpstr>
      <vt:lpstr>What we are and aren’t building</vt:lpstr>
      <vt:lpstr>Proposed solution: Configure Copilot with COE-approved knowledge + guardrails</vt:lpstr>
      <vt:lpstr>Guardrails: “Allowed response” + default fallback</vt:lpstr>
      <vt:lpstr>Implementation: Copilot configuration workstreams</vt:lpstr>
      <vt:lpstr>Deployment: Copilot platform + COE knowledge sources </vt:lpstr>
      <vt:lpstr>Technical evidence to date</vt:lpstr>
      <vt:lpstr>Evaluation plan (what we’ll measure)</vt:lpstr>
      <vt:lpstr>Roadmap + guidance request</vt:lpstr>
      <vt:lpstr>THANK YOU!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Venugopal, Vishnu Mattakkattu</dc:creator>
  <cp:keywords>basic, brand, layout, Penn State, PowerPoint, presentation, template</cp:keywords>
  <dc:description/>
  <cp:revision>6</cp:revision>
  <cp:lastPrinted>2025-07-22T15:00:44Z</cp:lastPrinted>
  <dcterms:created xsi:type="dcterms:W3CDTF">2026-02-02T21:54:26Z</dcterms:created>
  <dcterms:modified xsi:type="dcterms:W3CDTF">2026-02-26T16:53:02Z</dcterms:modified>
  <cp:category>Template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0x010100964867D4D53E3D4DAEB8A24C74DE7595</vt:lpwstr>
  </property>
  <property fmtid="{D5CDD505-2E9C-101B-9397-08002B2CF9AE}" pid="3" name="MediaServiceImageTags">
    <vt:lpwstr/>
  </property>
  <property fmtid="{D5CDD505-2E9C-101B-9397-08002B2CF9AE}" pid="4" name="Version">
    <vt:lpwstr>3.2</vt:lpwstr>
  </property>
</Properties>
</file>